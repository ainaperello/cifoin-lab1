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2"/>
    <p:sldId id="295" r:id="rId3"/>
    <p:sldId id="290" r:id="rId4"/>
    <p:sldId id="298" r:id="rId5"/>
    <p:sldId id="299" r:id="rId6"/>
    <p:sldId id="300" r:id="rId7"/>
    <p:sldId id="301" r:id="rId8"/>
    <p:sldId id="291" r:id="rId9"/>
    <p:sldId id="292" r:id="rId10"/>
    <p:sldId id="297" r:id="rId11"/>
    <p:sldId id="302" r:id="rId12"/>
    <p:sldId id="308" r:id="rId13"/>
    <p:sldId id="293" r:id="rId14"/>
    <p:sldId id="303" r:id="rId15"/>
    <p:sldId id="304" r:id="rId16"/>
    <p:sldId id="305" r:id="rId17"/>
    <p:sldId id="307" r:id="rId18"/>
    <p:sldId id="306" r:id="rId19"/>
    <p:sldId id="288" r:id="rId2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B6E04-C4E3-4B66-A422-B5FF2924C495}" v="4" dt="2026-03-15T21:33:42.308"/>
    <p1510:client id="{4DA49E76-E14B-A167-D930-AB56EE3405C9}" v="827" dt="2026-03-15T12:33:49.197"/>
    <p1510:client id="{C6201911-86AE-02B4-48CE-EEC8C0AF3742}" v="1712" dt="2026-03-15T12:43:46.79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Lloret Cuñat" userId="S::jllocua@upv.edu.es::8d81fff1-60b5-4394-8911-1110806e8849" providerId="AD" clId="Web-{807E817E-E504-0723-C8BF-74D327AD165C}"/>
    <pc:docChg chg="addSld modSld">
      <pc:chgData name="Jaime Lloret Cuñat" userId="S::jllocua@upv.edu.es::8d81fff1-60b5-4394-8911-1110806e8849" providerId="AD" clId="Web-{807E817E-E504-0723-C8BF-74D327AD165C}" dt="2026-03-14T12:46:50.741" v="816" actId="20577"/>
      <pc:docMkLst>
        <pc:docMk/>
      </pc:docMkLst>
      <pc:sldChg chg="modSp">
        <pc:chgData name="Jaime Lloret Cuñat" userId="S::jllocua@upv.edu.es::8d81fff1-60b5-4394-8911-1110806e8849" providerId="AD" clId="Web-{807E817E-E504-0723-C8BF-74D327AD165C}" dt="2026-03-14T12:26:49.767" v="71" actId="20577"/>
        <pc:sldMkLst>
          <pc:docMk/>
          <pc:sldMk cId="2900117438" sldId="292"/>
        </pc:sldMkLst>
        <pc:spChg chg="mod">
          <ac:chgData name="Jaime Lloret Cuñat" userId="S::jllocua@upv.edu.es::8d81fff1-60b5-4394-8911-1110806e8849" providerId="AD" clId="Web-{807E817E-E504-0723-C8BF-74D327AD165C}" dt="2026-03-14T12:26:49.767" v="71" actId="20577"/>
          <ac:spMkLst>
            <pc:docMk/>
            <pc:sldMk cId="2900117438" sldId="292"/>
            <ac:spMk id="2" creationId="{82A62DD6-5488-72A1-9926-0CAEE59089A9}"/>
          </ac:spMkLst>
        </pc:spChg>
      </pc:sldChg>
      <pc:sldChg chg="addSp delSp modSp">
        <pc:chgData name="Jaime Lloret Cuñat" userId="S::jllocua@upv.edu.es::8d81fff1-60b5-4394-8911-1110806e8849" providerId="AD" clId="Web-{807E817E-E504-0723-C8BF-74D327AD165C}" dt="2026-03-14T12:34:55.184" v="230" actId="1076"/>
        <pc:sldMkLst>
          <pc:docMk/>
          <pc:sldMk cId="3660438245" sldId="293"/>
        </pc:sldMkLst>
        <pc:spChg chg="add del mod">
          <ac:chgData name="Jaime Lloret Cuñat" userId="S::jllocua@upv.edu.es::8d81fff1-60b5-4394-8911-1110806e8849" providerId="AD" clId="Web-{807E817E-E504-0723-C8BF-74D327AD165C}" dt="2026-03-14T12:34:55.184" v="230" actId="1076"/>
          <ac:spMkLst>
            <pc:docMk/>
            <pc:sldMk cId="3660438245" sldId="293"/>
            <ac:spMk id="2" creationId="{FDE3A197-9508-F9F1-1FEB-FF883D78C151}"/>
          </ac:spMkLst>
        </pc:spChg>
        <pc:spChg chg="add del mod">
          <ac:chgData name="Jaime Lloret Cuñat" userId="S::jllocua@upv.edu.es::8d81fff1-60b5-4394-8911-1110806e8849" providerId="AD" clId="Web-{807E817E-E504-0723-C8BF-74D327AD165C}" dt="2026-03-14T12:30:34.206" v="92"/>
          <ac:spMkLst>
            <pc:docMk/>
            <pc:sldMk cId="3660438245" sldId="293"/>
            <ac:spMk id="4" creationId="{FDE3A197-9508-F9F1-1FEB-FF883D78C151}"/>
          </ac:spMkLst>
        </pc:spChg>
        <pc:spChg chg="mod">
          <ac:chgData name="Jaime Lloret Cuñat" userId="S::jllocua@upv.edu.es::8d81fff1-60b5-4394-8911-1110806e8849" providerId="AD" clId="Web-{807E817E-E504-0723-C8BF-74D327AD165C}" dt="2026-03-14T12:30:52.395" v="97" actId="1076"/>
          <ac:spMkLst>
            <pc:docMk/>
            <pc:sldMk cId="3660438245" sldId="293"/>
            <ac:spMk id="7" creationId="{B5FE8755-B0BF-14B7-64E6-4BBB2560B9A6}"/>
          </ac:spMkLst>
        </pc:spChg>
        <pc:spChg chg="add del mod">
          <ac:chgData name="Jaime Lloret Cuñat" userId="S::jllocua@upv.edu.es::8d81fff1-60b5-4394-8911-1110806e8849" providerId="AD" clId="Web-{807E817E-E504-0723-C8BF-74D327AD165C}" dt="2026-03-14T12:34:45.481" v="219"/>
          <ac:spMkLst>
            <pc:docMk/>
            <pc:sldMk cId="3660438245" sldId="293"/>
            <ac:spMk id="8" creationId="{1C7AC5B6-A19C-BA6E-9066-F0F667B6430D}"/>
          </ac:spMkLst>
        </pc:spChg>
        <pc:spChg chg="add del">
          <ac:chgData name="Jaime Lloret Cuñat" userId="S::jllocua@upv.edu.es::8d81fff1-60b5-4394-8911-1110806e8849" providerId="AD" clId="Web-{807E817E-E504-0723-C8BF-74D327AD165C}" dt="2026-03-14T12:32:12.554" v="119"/>
          <ac:spMkLst>
            <pc:docMk/>
            <pc:sldMk cId="3660438245" sldId="293"/>
            <ac:spMk id="10" creationId="{82A62DD6-5488-72A1-9926-0CAEE59089A9}"/>
          </ac:spMkLst>
        </pc:spChg>
        <pc:spChg chg="add del mod">
          <ac:chgData name="Jaime Lloret Cuñat" userId="S::jllocua@upv.edu.es::8d81fff1-60b5-4394-8911-1110806e8849" providerId="AD" clId="Web-{807E817E-E504-0723-C8BF-74D327AD165C}" dt="2026-03-14T12:34:29.965" v="190"/>
          <ac:spMkLst>
            <pc:docMk/>
            <pc:sldMk cId="3660438245" sldId="293"/>
            <ac:spMk id="11" creationId="{85A03D1F-84A0-40E2-6A53-788B9EFDC998}"/>
          </ac:spMkLst>
        </pc:spChg>
        <pc:picChg chg="mod">
          <ac:chgData name="Jaime Lloret Cuñat" userId="S::jllocua@upv.edu.es::8d81fff1-60b5-4394-8911-1110806e8849" providerId="AD" clId="Web-{807E817E-E504-0723-C8BF-74D327AD165C}" dt="2026-03-14T12:30:52.426" v="98" actId="1076"/>
          <ac:picMkLst>
            <pc:docMk/>
            <pc:sldMk cId="3660438245" sldId="293"/>
            <ac:picMk id="5" creationId="{ABFFFE46-206F-D09D-F158-3E7C0A86F48F}"/>
          </ac:picMkLst>
        </pc:picChg>
        <pc:picChg chg="mod">
          <ac:chgData name="Jaime Lloret Cuñat" userId="S::jllocua@upv.edu.es::8d81fff1-60b5-4394-8911-1110806e8849" providerId="AD" clId="Web-{807E817E-E504-0723-C8BF-74D327AD165C}" dt="2026-03-14T12:30:52.457" v="99" actId="1076"/>
          <ac:picMkLst>
            <pc:docMk/>
            <pc:sldMk cId="3660438245" sldId="293"/>
            <ac:picMk id="9" creationId="{99C10BAC-C94A-A428-AFA9-88D7F15F113D}"/>
          </ac:picMkLst>
        </pc:picChg>
      </pc:sldChg>
      <pc:sldChg chg="addSp delSp modSp">
        <pc:chgData name="Jaime Lloret Cuñat" userId="S::jllocua@upv.edu.es::8d81fff1-60b5-4394-8911-1110806e8849" providerId="AD" clId="Web-{807E817E-E504-0723-C8BF-74D327AD165C}" dt="2026-03-14T12:41:28.894" v="447"/>
        <pc:sldMkLst>
          <pc:docMk/>
          <pc:sldMk cId="236054401" sldId="297"/>
        </pc:sldMkLst>
        <pc:spChg chg="add del mod">
          <ac:chgData name="Jaime Lloret Cuñat" userId="S::jllocua@upv.edu.es::8d81fff1-60b5-4394-8911-1110806e8849" providerId="AD" clId="Web-{807E817E-E504-0723-C8BF-74D327AD165C}" dt="2026-03-14T12:31:44.788" v="112"/>
          <ac:spMkLst>
            <pc:docMk/>
            <pc:sldMk cId="236054401" sldId="297"/>
            <ac:spMk id="9" creationId="{6A4D069A-4AD9-0494-F9CC-47E6A519FEE7}"/>
          </ac:spMkLst>
        </pc:spChg>
        <pc:spChg chg="add del mod">
          <ac:chgData name="Jaime Lloret Cuñat" userId="S::jllocua@upv.edu.es::8d81fff1-60b5-4394-8911-1110806e8849" providerId="AD" clId="Web-{807E817E-E504-0723-C8BF-74D327AD165C}" dt="2026-03-14T12:41:28.894" v="447"/>
          <ac:spMkLst>
            <pc:docMk/>
            <pc:sldMk cId="236054401" sldId="297"/>
            <ac:spMk id="11" creationId="{8F88C5D3-2C89-59EF-B2B7-BB53946ACA30}"/>
          </ac:spMkLst>
        </pc:spChg>
      </pc:sldChg>
      <pc:sldChg chg="modSp">
        <pc:chgData name="Jaime Lloret Cuñat" userId="S::jllocua@upv.edu.es::8d81fff1-60b5-4394-8911-1110806e8849" providerId="AD" clId="Web-{807E817E-E504-0723-C8BF-74D327AD165C}" dt="2026-03-14T12:25:09.716" v="65" actId="20577"/>
        <pc:sldMkLst>
          <pc:docMk/>
          <pc:sldMk cId="287305900" sldId="298"/>
        </pc:sldMkLst>
        <pc:spChg chg="mod">
          <ac:chgData name="Jaime Lloret Cuñat" userId="S::jllocua@upv.edu.es::8d81fff1-60b5-4394-8911-1110806e8849" providerId="AD" clId="Web-{807E817E-E504-0723-C8BF-74D327AD165C}" dt="2026-03-14T12:25:09.716" v="65" actId="20577"/>
          <ac:spMkLst>
            <pc:docMk/>
            <pc:sldMk cId="287305900" sldId="298"/>
            <ac:spMk id="12" creationId="{5C5F6D42-6BE0-8234-2E64-CB71EA58FF3D}"/>
          </ac:spMkLst>
        </pc:spChg>
      </pc:sldChg>
      <pc:sldChg chg="addSp delSp modSp">
        <pc:chgData name="Jaime Lloret Cuñat" userId="S::jllocua@upv.edu.es::8d81fff1-60b5-4394-8911-1110806e8849" providerId="AD" clId="Web-{807E817E-E504-0723-C8BF-74D327AD165C}" dt="2026-03-14T12:25:49.123" v="69" actId="20577"/>
        <pc:sldMkLst>
          <pc:docMk/>
          <pc:sldMk cId="405326462" sldId="301"/>
        </pc:sldMkLst>
        <pc:spChg chg="add del mod">
          <ac:chgData name="Jaime Lloret Cuñat" userId="S::jllocua@upv.edu.es::8d81fff1-60b5-4394-8911-1110806e8849" providerId="AD" clId="Web-{807E817E-E504-0723-C8BF-74D327AD165C}" dt="2026-03-14T12:25:49.123" v="69" actId="20577"/>
          <ac:spMkLst>
            <pc:docMk/>
            <pc:sldMk cId="405326462" sldId="301"/>
            <ac:spMk id="9" creationId="{67D0FB1C-BD6B-E84C-CA3E-2B92078C6BA6}"/>
          </ac:spMkLst>
        </pc:spChg>
        <pc:spChg chg="add del mod">
          <ac:chgData name="Jaime Lloret Cuñat" userId="S::jllocua@upv.edu.es::8d81fff1-60b5-4394-8911-1110806e8849" providerId="AD" clId="Web-{807E817E-E504-0723-C8BF-74D327AD165C}" dt="2026-03-14T12:25:45.357" v="67"/>
          <ac:spMkLst>
            <pc:docMk/>
            <pc:sldMk cId="405326462" sldId="301"/>
            <ac:spMk id="10" creationId="{D793D145-64D1-9E69-33D9-E6D4E32F1D8E}"/>
          </ac:spMkLst>
        </pc:spChg>
      </pc:sldChg>
      <pc:sldChg chg="addSp delSp modSp new">
        <pc:chgData name="Jaime Lloret Cuñat" userId="S::jllocua@upv.edu.es::8d81fff1-60b5-4394-8911-1110806e8849" providerId="AD" clId="Web-{807E817E-E504-0723-C8BF-74D327AD165C}" dt="2026-03-14T12:46:50.741" v="816" actId="20577"/>
        <pc:sldMkLst>
          <pc:docMk/>
          <pc:sldMk cId="598349273" sldId="302"/>
        </pc:sldMkLst>
        <pc:spChg chg="mod">
          <ac:chgData name="Jaime Lloret Cuñat" userId="S::jllocua@upv.edu.es::8d81fff1-60b5-4394-8911-1110806e8849" providerId="AD" clId="Web-{807E817E-E504-0723-C8BF-74D327AD165C}" dt="2026-03-14T12:36:58.046" v="246" actId="20577"/>
          <ac:spMkLst>
            <pc:docMk/>
            <pc:sldMk cId="598349273" sldId="302"/>
            <ac:spMk id="2" creationId="{7FF9E408-ED6D-CC81-F82A-21E1DD29AFAD}"/>
          </ac:spMkLst>
        </pc:spChg>
        <pc:spChg chg="del">
          <ac:chgData name="Jaime Lloret Cuñat" userId="S::jllocua@upv.edu.es::8d81fff1-60b5-4394-8911-1110806e8849" providerId="AD" clId="Web-{807E817E-E504-0723-C8BF-74D327AD165C}" dt="2026-03-14T12:36:43.296" v="236"/>
          <ac:spMkLst>
            <pc:docMk/>
            <pc:sldMk cId="598349273" sldId="302"/>
            <ac:spMk id="3" creationId="{6C59A653-FE0E-BD9E-CD1D-0495EC279413}"/>
          </ac:spMkLst>
        </pc:spChg>
        <pc:spChg chg="add mod">
          <ac:chgData name="Jaime Lloret Cuñat" userId="S::jllocua@upv.edu.es::8d81fff1-60b5-4394-8911-1110806e8849" providerId="AD" clId="Web-{807E817E-E504-0723-C8BF-74D327AD165C}" dt="2026-03-14T12:46:50.741" v="816" actId="20577"/>
          <ac:spMkLst>
            <pc:docMk/>
            <pc:sldMk cId="598349273" sldId="302"/>
            <ac:spMk id="7" creationId="{A22CD000-FD87-CAD2-1691-D2577CA70CA8}"/>
          </ac:spMkLst>
        </pc:spChg>
        <pc:picChg chg="add mod">
          <ac:chgData name="Jaime Lloret Cuñat" userId="S::jllocua@upv.edu.es::8d81fff1-60b5-4394-8911-1110806e8849" providerId="AD" clId="Web-{807E817E-E504-0723-C8BF-74D327AD165C}" dt="2026-03-14T12:46:00.004" v="763" actId="1076"/>
          <ac:picMkLst>
            <pc:docMk/>
            <pc:sldMk cId="598349273" sldId="302"/>
            <ac:picMk id="8" creationId="{F43C41CD-93AA-D583-4E34-4FCD7511EFAA}"/>
          </ac:picMkLst>
        </pc:picChg>
      </pc:sldChg>
    </pc:docChg>
  </pc:docChgLst>
  <pc:docChgLst>
    <pc:chgData name="Aina Perello Rosello" userId="69f91a53-5bef-4f5d-95a0-2d7e9ad91226" providerId="ADAL" clId="{D5C0B240-B85D-4721-A041-7D56BFA99843}"/>
    <pc:docChg chg="undo custSel addSld delSld modSld">
      <pc:chgData name="Aina Perello Rosello" userId="69f91a53-5bef-4f5d-95a0-2d7e9ad91226" providerId="ADAL" clId="{D5C0B240-B85D-4721-A041-7D56BFA99843}" dt="2026-03-15T21:39:57.654" v="147" actId="313"/>
      <pc:docMkLst>
        <pc:docMk/>
      </pc:docMkLst>
      <pc:sldChg chg="modSp mod">
        <pc:chgData name="Aina Perello Rosello" userId="69f91a53-5bef-4f5d-95a0-2d7e9ad91226" providerId="ADAL" clId="{D5C0B240-B85D-4721-A041-7D56BFA99843}" dt="2026-03-15T21:36:13.998" v="109" actId="790"/>
        <pc:sldMkLst>
          <pc:docMk/>
          <pc:sldMk cId="0" sldId="256"/>
        </pc:sldMkLst>
        <pc:spChg chg="mod">
          <ac:chgData name="Aina Perello Rosello" userId="69f91a53-5bef-4f5d-95a0-2d7e9ad91226" providerId="ADAL" clId="{D5C0B240-B85D-4721-A041-7D56BFA99843}" dt="2026-03-15T21:36:13.998" v="109" actId="790"/>
          <ac:spMkLst>
            <pc:docMk/>
            <pc:sldMk cId="0" sldId="256"/>
            <ac:spMk id="3" creationId="{00000000-0000-0000-0000-000000000000}"/>
          </ac:spMkLst>
        </pc:spChg>
        <pc:spChg chg="mod">
          <ac:chgData name="Aina Perello Rosello" userId="69f91a53-5bef-4f5d-95a0-2d7e9ad91226" providerId="ADAL" clId="{D5C0B240-B85D-4721-A041-7D56BFA99843}" dt="2026-03-15T21:36:13.998" v="109" actId="790"/>
          <ac:spMkLst>
            <pc:docMk/>
            <pc:sldMk cId="0" sldId="256"/>
            <ac:spMk id="4" creationId="{00000000-0000-0000-0000-000000000000}"/>
          </ac:spMkLst>
        </pc:spChg>
        <pc:spChg chg="mod">
          <ac:chgData name="Aina Perello Rosello" userId="69f91a53-5bef-4f5d-95a0-2d7e9ad91226" providerId="ADAL" clId="{D5C0B240-B85D-4721-A041-7D56BFA99843}" dt="2026-03-15T21:36:13.998" v="109" actId="790"/>
          <ac:spMkLst>
            <pc:docMk/>
            <pc:sldMk cId="0" sldId="256"/>
            <ac:spMk id="5" creationId="{00000000-0000-0000-0000-000000000000}"/>
          </ac:spMkLst>
        </pc:spChg>
        <pc:spChg chg="mod">
          <ac:chgData name="Aina Perello Rosello" userId="69f91a53-5bef-4f5d-95a0-2d7e9ad91226" providerId="ADAL" clId="{D5C0B240-B85D-4721-A041-7D56BFA99843}" dt="2026-03-15T21:36:13.998" v="109" actId="790"/>
          <ac:spMkLst>
            <pc:docMk/>
            <pc:sldMk cId="0" sldId="256"/>
            <ac:spMk id="7" creationId="{F6F66F51-9238-50FE-85C2-BAC3DA79D767}"/>
          </ac:spMkLst>
        </pc:spChg>
      </pc:sldChg>
      <pc:sldChg chg="modSp mod">
        <pc:chgData name="Aina Perello Rosello" userId="69f91a53-5bef-4f5d-95a0-2d7e9ad91226" providerId="ADAL" clId="{D5C0B240-B85D-4721-A041-7D56BFA99843}" dt="2026-03-15T21:36:13.998" v="109" actId="790"/>
        <pc:sldMkLst>
          <pc:docMk/>
          <pc:sldMk cId="0" sldId="288"/>
        </pc:sldMkLst>
        <pc:spChg chg="mod">
          <ac:chgData name="Aina Perello Rosello" userId="69f91a53-5bef-4f5d-95a0-2d7e9ad91226" providerId="ADAL" clId="{D5C0B240-B85D-4721-A041-7D56BFA99843}" dt="2026-03-15T21:36:13.998" v="109" actId="790"/>
          <ac:spMkLst>
            <pc:docMk/>
            <pc:sldMk cId="0" sldId="288"/>
            <ac:spMk id="3" creationId="{00000000-0000-0000-0000-000000000000}"/>
          </ac:spMkLst>
        </pc:spChg>
        <pc:spChg chg="mod">
          <ac:chgData name="Aina Perello Rosello" userId="69f91a53-5bef-4f5d-95a0-2d7e9ad91226" providerId="ADAL" clId="{D5C0B240-B85D-4721-A041-7D56BFA99843}" dt="2026-03-15T21:36:13.998" v="109" actId="790"/>
          <ac:spMkLst>
            <pc:docMk/>
            <pc:sldMk cId="0" sldId="288"/>
            <ac:spMk id="4" creationId="{00000000-0000-0000-0000-000000000000}"/>
          </ac:spMkLst>
        </pc:spChg>
        <pc:spChg chg="mod">
          <ac:chgData name="Aina Perello Rosello" userId="69f91a53-5bef-4f5d-95a0-2d7e9ad91226" providerId="ADAL" clId="{D5C0B240-B85D-4721-A041-7D56BFA99843}" dt="2026-03-15T21:36:13.998" v="109" actId="790"/>
          <ac:spMkLst>
            <pc:docMk/>
            <pc:sldMk cId="0" sldId="288"/>
            <ac:spMk id="5" creationId="{B052DA19-AD24-7D24-2AE9-51F8F5A7F5E0}"/>
          </ac:spMkLst>
        </pc:spChg>
      </pc:sldChg>
      <pc:sldChg chg="modSp mod">
        <pc:chgData name="Aina Perello Rosello" userId="69f91a53-5bef-4f5d-95a0-2d7e9ad91226" providerId="ADAL" clId="{D5C0B240-B85D-4721-A041-7D56BFA99843}" dt="2026-03-15T21:36:13.998" v="109" actId="790"/>
        <pc:sldMkLst>
          <pc:docMk/>
          <pc:sldMk cId="730501311" sldId="290"/>
        </pc:sldMkLst>
        <pc:spChg chg="mod">
          <ac:chgData name="Aina Perello Rosello" userId="69f91a53-5bef-4f5d-95a0-2d7e9ad91226" providerId="ADAL" clId="{D5C0B240-B85D-4721-A041-7D56BFA99843}" dt="2026-03-15T21:36:13.998" v="109" actId="790"/>
          <ac:spMkLst>
            <pc:docMk/>
            <pc:sldMk cId="730501311" sldId="290"/>
            <ac:spMk id="2" creationId="{D0F8CF3B-B920-DBFC-F825-0C87B51EADA7}"/>
          </ac:spMkLst>
        </pc:spChg>
        <pc:spChg chg="mod">
          <ac:chgData name="Aina Perello Rosello" userId="69f91a53-5bef-4f5d-95a0-2d7e9ad91226" providerId="ADAL" clId="{D5C0B240-B85D-4721-A041-7D56BFA99843}" dt="2026-03-15T21:36:13.998" v="109" actId="790"/>
          <ac:spMkLst>
            <pc:docMk/>
            <pc:sldMk cId="730501311" sldId="290"/>
            <ac:spMk id="3" creationId="{34F13AC1-9668-7266-DF5B-D7CE084AB044}"/>
          </ac:spMkLst>
        </pc:spChg>
        <pc:spChg chg="mod">
          <ac:chgData name="Aina Perello Rosello" userId="69f91a53-5bef-4f5d-95a0-2d7e9ad91226" providerId="ADAL" clId="{D5C0B240-B85D-4721-A041-7D56BFA99843}" dt="2026-03-15T21:36:13.998" v="109" actId="790"/>
          <ac:spMkLst>
            <pc:docMk/>
            <pc:sldMk cId="730501311" sldId="290"/>
            <ac:spMk id="4" creationId="{AA9E72FF-B948-6B7A-8909-97C6BE95D6FB}"/>
          </ac:spMkLst>
        </pc:spChg>
        <pc:spChg chg="mod">
          <ac:chgData name="Aina Perello Rosello" userId="69f91a53-5bef-4f5d-95a0-2d7e9ad91226" providerId="ADAL" clId="{D5C0B240-B85D-4721-A041-7D56BFA99843}" dt="2026-03-15T21:36:13.998" v="109" actId="790"/>
          <ac:spMkLst>
            <pc:docMk/>
            <pc:sldMk cId="730501311" sldId="290"/>
            <ac:spMk id="16" creationId="{471E1424-6C4B-2D9A-1352-30AFB987AD41}"/>
          </ac:spMkLst>
        </pc:spChg>
        <pc:spChg chg="mod">
          <ac:chgData name="Aina Perello Rosello" userId="69f91a53-5bef-4f5d-95a0-2d7e9ad91226" providerId="ADAL" clId="{D5C0B240-B85D-4721-A041-7D56BFA99843}" dt="2026-03-15T21:36:13.998" v="109" actId="790"/>
          <ac:spMkLst>
            <pc:docMk/>
            <pc:sldMk cId="730501311" sldId="290"/>
            <ac:spMk id="84" creationId="{293F5C1D-AFFF-4EA6-CA59-6503F34EBF5F}"/>
          </ac:spMkLst>
        </pc:spChg>
      </pc:sldChg>
      <pc:sldChg chg="modSp mod">
        <pc:chgData name="Aina Perello Rosello" userId="69f91a53-5bef-4f5d-95a0-2d7e9ad91226" providerId="ADAL" clId="{D5C0B240-B85D-4721-A041-7D56BFA99843}" dt="2026-03-15T21:37:58.372" v="118" actId="313"/>
        <pc:sldMkLst>
          <pc:docMk/>
          <pc:sldMk cId="3712356003" sldId="291"/>
        </pc:sldMkLst>
        <pc:spChg chg="mod">
          <ac:chgData name="Aina Perello Rosello" userId="69f91a53-5bef-4f5d-95a0-2d7e9ad91226" providerId="ADAL" clId="{D5C0B240-B85D-4721-A041-7D56BFA99843}" dt="2026-03-15T21:37:58.372" v="118" actId="313"/>
          <ac:spMkLst>
            <pc:docMk/>
            <pc:sldMk cId="3712356003" sldId="291"/>
            <ac:spMk id="2" creationId="{CA5F0FDF-2A95-453B-4ECA-AEB637FF2694}"/>
          </ac:spMkLst>
        </pc:spChg>
        <pc:spChg chg="mod">
          <ac:chgData name="Aina Perello Rosello" userId="69f91a53-5bef-4f5d-95a0-2d7e9ad91226" providerId="ADAL" clId="{D5C0B240-B85D-4721-A041-7D56BFA99843}" dt="2026-03-15T21:36:13.998" v="109" actId="790"/>
          <ac:spMkLst>
            <pc:docMk/>
            <pc:sldMk cId="3712356003" sldId="291"/>
            <ac:spMk id="3" creationId="{10846C9D-3FE3-8524-3349-96E1AD1712B3}"/>
          </ac:spMkLst>
        </pc:spChg>
        <pc:spChg chg="mod">
          <ac:chgData name="Aina Perello Rosello" userId="69f91a53-5bef-4f5d-95a0-2d7e9ad91226" providerId="ADAL" clId="{D5C0B240-B85D-4721-A041-7D56BFA99843}" dt="2026-03-15T21:36:13.998" v="109" actId="790"/>
          <ac:spMkLst>
            <pc:docMk/>
            <pc:sldMk cId="3712356003" sldId="291"/>
            <ac:spMk id="5" creationId="{88F19863-7091-B8CA-F848-DBEA5CEEA027}"/>
          </ac:spMkLst>
        </pc:spChg>
        <pc:spChg chg="mod">
          <ac:chgData name="Aina Perello Rosello" userId="69f91a53-5bef-4f5d-95a0-2d7e9ad91226" providerId="ADAL" clId="{D5C0B240-B85D-4721-A041-7D56BFA99843}" dt="2026-03-15T21:36:13.998" v="109" actId="790"/>
          <ac:spMkLst>
            <pc:docMk/>
            <pc:sldMk cId="3712356003" sldId="291"/>
            <ac:spMk id="6" creationId="{3C4E7A47-20E2-3C27-D841-5A665642F6E2}"/>
          </ac:spMkLst>
        </pc:spChg>
        <pc:spChg chg="mod">
          <ac:chgData name="Aina Perello Rosello" userId="69f91a53-5bef-4f5d-95a0-2d7e9ad91226" providerId="ADAL" clId="{D5C0B240-B85D-4721-A041-7D56BFA99843}" dt="2026-03-15T21:36:13.998" v="109" actId="790"/>
          <ac:spMkLst>
            <pc:docMk/>
            <pc:sldMk cId="3712356003" sldId="291"/>
            <ac:spMk id="7" creationId="{21F754A5-65BC-14A3-5F55-75716FFA9027}"/>
          </ac:spMkLst>
        </pc:spChg>
        <pc:spChg chg="mod">
          <ac:chgData name="Aina Perello Rosello" userId="69f91a53-5bef-4f5d-95a0-2d7e9ad91226" providerId="ADAL" clId="{D5C0B240-B85D-4721-A041-7D56BFA99843}" dt="2026-03-15T21:36:13.998" v="109" actId="790"/>
          <ac:spMkLst>
            <pc:docMk/>
            <pc:sldMk cId="3712356003" sldId="291"/>
            <ac:spMk id="8" creationId="{CD9C65D4-5494-F5CE-1094-CB0A32C33876}"/>
          </ac:spMkLst>
        </pc:spChg>
        <pc:spChg chg="mod">
          <ac:chgData name="Aina Perello Rosello" userId="69f91a53-5bef-4f5d-95a0-2d7e9ad91226" providerId="ADAL" clId="{D5C0B240-B85D-4721-A041-7D56BFA99843}" dt="2026-03-15T21:36:13.998" v="109" actId="790"/>
          <ac:spMkLst>
            <pc:docMk/>
            <pc:sldMk cId="3712356003" sldId="291"/>
            <ac:spMk id="16" creationId="{5431EA70-9578-8BF1-5A05-77CDC26788B4}"/>
          </ac:spMkLst>
        </pc:spChg>
        <pc:spChg chg="mod">
          <ac:chgData name="Aina Perello Rosello" userId="69f91a53-5bef-4f5d-95a0-2d7e9ad91226" providerId="ADAL" clId="{D5C0B240-B85D-4721-A041-7D56BFA99843}" dt="2026-03-15T21:36:13.998" v="109" actId="790"/>
          <ac:spMkLst>
            <pc:docMk/>
            <pc:sldMk cId="3712356003" sldId="291"/>
            <ac:spMk id="84" creationId="{FB7F118F-AD79-0ED0-CE53-A8EE4409B4F8}"/>
          </ac:spMkLst>
        </pc:spChg>
      </pc:sldChg>
      <pc:sldChg chg="modSp mod">
        <pc:chgData name="Aina Perello Rosello" userId="69f91a53-5bef-4f5d-95a0-2d7e9ad91226" providerId="ADAL" clId="{D5C0B240-B85D-4721-A041-7D56BFA99843}" dt="2026-03-15T21:38:15.957" v="125" actId="313"/>
        <pc:sldMkLst>
          <pc:docMk/>
          <pc:sldMk cId="2900117438" sldId="292"/>
        </pc:sldMkLst>
        <pc:spChg chg="mod">
          <ac:chgData name="Aina Perello Rosello" userId="69f91a53-5bef-4f5d-95a0-2d7e9ad91226" providerId="ADAL" clId="{D5C0B240-B85D-4721-A041-7D56BFA99843}" dt="2026-03-15T21:38:15.957" v="125" actId="313"/>
          <ac:spMkLst>
            <pc:docMk/>
            <pc:sldMk cId="2900117438" sldId="292"/>
            <ac:spMk id="2" creationId="{82A62DD6-5488-72A1-9926-0CAEE59089A9}"/>
          </ac:spMkLst>
        </pc:spChg>
        <pc:spChg chg="mod">
          <ac:chgData name="Aina Perello Rosello" userId="69f91a53-5bef-4f5d-95a0-2d7e9ad91226" providerId="ADAL" clId="{D5C0B240-B85D-4721-A041-7D56BFA99843}" dt="2026-03-15T21:36:13.998" v="109" actId="790"/>
          <ac:spMkLst>
            <pc:docMk/>
            <pc:sldMk cId="2900117438" sldId="292"/>
            <ac:spMk id="3" creationId="{E32C0E2B-75B6-4768-A4C7-F165A264DA0B}"/>
          </ac:spMkLst>
        </pc:spChg>
        <pc:spChg chg="mod">
          <ac:chgData name="Aina Perello Rosello" userId="69f91a53-5bef-4f5d-95a0-2d7e9ad91226" providerId="ADAL" clId="{D5C0B240-B85D-4721-A041-7D56BFA99843}" dt="2026-03-15T21:36:13.998" v="109" actId="790"/>
          <ac:spMkLst>
            <pc:docMk/>
            <pc:sldMk cId="2900117438" sldId="292"/>
            <ac:spMk id="7" creationId="{FBC7D187-267A-ADD4-764C-D3820B8ED302}"/>
          </ac:spMkLst>
        </pc:spChg>
        <pc:spChg chg="mod">
          <ac:chgData name="Aina Perello Rosello" userId="69f91a53-5bef-4f5d-95a0-2d7e9ad91226" providerId="ADAL" clId="{D5C0B240-B85D-4721-A041-7D56BFA99843}" dt="2026-03-15T21:36:13.998" v="109" actId="790"/>
          <ac:spMkLst>
            <pc:docMk/>
            <pc:sldMk cId="2900117438" sldId="292"/>
            <ac:spMk id="16" creationId="{6AA2E789-F7AE-F068-274C-E0F13A22DBCA}"/>
          </ac:spMkLst>
        </pc:spChg>
        <pc:spChg chg="mod">
          <ac:chgData name="Aina Perello Rosello" userId="69f91a53-5bef-4f5d-95a0-2d7e9ad91226" providerId="ADAL" clId="{D5C0B240-B85D-4721-A041-7D56BFA99843}" dt="2026-03-15T21:36:13.998" v="109" actId="790"/>
          <ac:spMkLst>
            <pc:docMk/>
            <pc:sldMk cId="2900117438" sldId="292"/>
            <ac:spMk id="84" creationId="{696E3846-1BD2-4F23-48AA-C7AF2A1EE6EB}"/>
          </ac:spMkLst>
        </pc:spChg>
      </pc:sldChg>
      <pc:sldChg chg="addSp delSp modSp mod">
        <pc:chgData name="Aina Perello Rosello" userId="69f91a53-5bef-4f5d-95a0-2d7e9ad91226" providerId="ADAL" clId="{D5C0B240-B85D-4721-A041-7D56BFA99843}" dt="2026-03-15T21:38:56.063" v="131" actId="313"/>
        <pc:sldMkLst>
          <pc:docMk/>
          <pc:sldMk cId="3660438245" sldId="293"/>
        </pc:sldMkLst>
        <pc:spChg chg="mod">
          <ac:chgData name="Aina Perello Rosello" userId="69f91a53-5bef-4f5d-95a0-2d7e9ad91226" providerId="ADAL" clId="{D5C0B240-B85D-4721-A041-7D56BFA99843}" dt="2026-03-15T21:38:56.063" v="131" actId="313"/>
          <ac:spMkLst>
            <pc:docMk/>
            <pc:sldMk cId="3660438245" sldId="293"/>
            <ac:spMk id="2" creationId="{FDE3A197-9508-F9F1-1FEB-FF883D78C151}"/>
          </ac:spMkLst>
        </pc:spChg>
        <pc:spChg chg="mod">
          <ac:chgData name="Aina Perello Rosello" userId="69f91a53-5bef-4f5d-95a0-2d7e9ad91226" providerId="ADAL" clId="{D5C0B240-B85D-4721-A041-7D56BFA99843}" dt="2026-03-15T21:36:13.998" v="109" actId="790"/>
          <ac:spMkLst>
            <pc:docMk/>
            <pc:sldMk cId="3660438245" sldId="293"/>
            <ac:spMk id="3" creationId="{AA1F4313-D710-7A3E-7A8F-EB77DEE3C1A7}"/>
          </ac:spMkLst>
        </pc:spChg>
        <pc:spChg chg="mod">
          <ac:chgData name="Aina Perello Rosello" userId="69f91a53-5bef-4f5d-95a0-2d7e9ad91226" providerId="ADAL" clId="{D5C0B240-B85D-4721-A041-7D56BFA99843}" dt="2026-03-15T21:36:13.998" v="109" actId="790"/>
          <ac:spMkLst>
            <pc:docMk/>
            <pc:sldMk cId="3660438245" sldId="293"/>
            <ac:spMk id="7" creationId="{B5FE8755-B0BF-14B7-64E6-4BBB2560B9A6}"/>
          </ac:spMkLst>
        </pc:spChg>
        <pc:spChg chg="mod">
          <ac:chgData name="Aina Perello Rosello" userId="69f91a53-5bef-4f5d-95a0-2d7e9ad91226" providerId="ADAL" clId="{D5C0B240-B85D-4721-A041-7D56BFA99843}" dt="2026-03-15T21:36:13.998" v="109" actId="790"/>
          <ac:spMkLst>
            <pc:docMk/>
            <pc:sldMk cId="3660438245" sldId="293"/>
            <ac:spMk id="16" creationId="{742C31CE-19F0-B995-0997-9A2D6A879BF7}"/>
          </ac:spMkLst>
        </pc:spChg>
        <pc:spChg chg="mod">
          <ac:chgData name="Aina Perello Rosello" userId="69f91a53-5bef-4f5d-95a0-2d7e9ad91226" providerId="ADAL" clId="{D5C0B240-B85D-4721-A041-7D56BFA99843}" dt="2026-03-15T21:36:13.998" v="109" actId="790"/>
          <ac:spMkLst>
            <pc:docMk/>
            <pc:sldMk cId="3660438245" sldId="293"/>
            <ac:spMk id="84" creationId="{B6C672C6-89D4-7E67-2B94-811D081786A7}"/>
          </ac:spMkLst>
        </pc:spChg>
        <pc:picChg chg="add mod">
          <ac:chgData name="Aina Perello Rosello" userId="69f91a53-5bef-4f5d-95a0-2d7e9ad91226" providerId="ADAL" clId="{D5C0B240-B85D-4721-A041-7D56BFA99843}" dt="2026-02-24T13:04:00.993" v="38" actId="1076"/>
          <ac:picMkLst>
            <pc:docMk/>
            <pc:sldMk cId="3660438245" sldId="293"/>
            <ac:picMk id="5" creationId="{ABFFFE46-206F-D09D-F158-3E7C0A86F48F}"/>
          </ac:picMkLst>
        </pc:picChg>
        <pc:picChg chg="add mod">
          <ac:chgData name="Aina Perello Rosello" userId="69f91a53-5bef-4f5d-95a0-2d7e9ad91226" providerId="ADAL" clId="{D5C0B240-B85D-4721-A041-7D56BFA99843}" dt="2026-02-24T13:04:20.535" v="47" actId="1076"/>
          <ac:picMkLst>
            <pc:docMk/>
            <pc:sldMk cId="3660438245" sldId="293"/>
            <ac:picMk id="9" creationId="{99C10BAC-C94A-A428-AFA9-88D7F15F113D}"/>
          </ac:picMkLst>
        </pc:picChg>
      </pc:sldChg>
      <pc:sldChg chg="modSp mod">
        <pc:chgData name="Aina Perello Rosello" userId="69f91a53-5bef-4f5d-95a0-2d7e9ad91226" providerId="ADAL" clId="{D5C0B240-B85D-4721-A041-7D56BFA99843}" dt="2026-03-15T21:36:13.998" v="109" actId="790"/>
        <pc:sldMkLst>
          <pc:docMk/>
          <pc:sldMk cId="473922805" sldId="295"/>
        </pc:sldMkLst>
        <pc:spChg chg="mod">
          <ac:chgData name="Aina Perello Rosello" userId="69f91a53-5bef-4f5d-95a0-2d7e9ad91226" providerId="ADAL" clId="{D5C0B240-B85D-4721-A041-7D56BFA99843}" dt="2026-03-15T21:36:13.998" v="109" actId="790"/>
          <ac:spMkLst>
            <pc:docMk/>
            <pc:sldMk cId="473922805" sldId="295"/>
            <ac:spMk id="2" creationId="{57D9AFBE-EF33-9078-9CE3-5C8B079B0C36}"/>
          </ac:spMkLst>
        </pc:spChg>
        <pc:spChg chg="mod">
          <ac:chgData name="Aina Perello Rosello" userId="69f91a53-5bef-4f5d-95a0-2d7e9ad91226" providerId="ADAL" clId="{D5C0B240-B85D-4721-A041-7D56BFA99843}" dt="2026-03-15T21:36:13.998" v="109" actId="790"/>
          <ac:spMkLst>
            <pc:docMk/>
            <pc:sldMk cId="473922805" sldId="295"/>
            <ac:spMk id="4" creationId="{9F7BC140-B3D8-C3CB-55AD-9064C7CDE9CA}"/>
          </ac:spMkLst>
        </pc:spChg>
        <pc:spChg chg="mod">
          <ac:chgData name="Aina Perello Rosello" userId="69f91a53-5bef-4f5d-95a0-2d7e9ad91226" providerId="ADAL" clId="{D5C0B240-B85D-4721-A041-7D56BFA99843}" dt="2026-03-15T21:36:13.998" v="109" actId="790"/>
          <ac:spMkLst>
            <pc:docMk/>
            <pc:sldMk cId="473922805" sldId="295"/>
            <ac:spMk id="8" creationId="{7336B5D8-2D70-3E7A-336D-AF55EC49DEB8}"/>
          </ac:spMkLst>
        </pc:spChg>
        <pc:spChg chg="mod">
          <ac:chgData name="Aina Perello Rosello" userId="69f91a53-5bef-4f5d-95a0-2d7e9ad91226" providerId="ADAL" clId="{D5C0B240-B85D-4721-A041-7D56BFA99843}" dt="2026-03-15T21:36:13.998" v="109" actId="790"/>
          <ac:spMkLst>
            <pc:docMk/>
            <pc:sldMk cId="473922805" sldId="295"/>
            <ac:spMk id="16" creationId="{1B7433F1-7A0E-D925-6140-7305139D053A}"/>
          </ac:spMkLst>
        </pc:spChg>
        <pc:spChg chg="mod">
          <ac:chgData name="Aina Perello Rosello" userId="69f91a53-5bef-4f5d-95a0-2d7e9ad91226" providerId="ADAL" clId="{D5C0B240-B85D-4721-A041-7D56BFA99843}" dt="2026-03-15T21:36:13.998" v="109" actId="790"/>
          <ac:spMkLst>
            <pc:docMk/>
            <pc:sldMk cId="473922805" sldId="295"/>
            <ac:spMk id="84" creationId="{1E163A6B-DFE4-C67D-5F3E-A56ACEF2EA4C}"/>
          </ac:spMkLst>
        </pc:spChg>
        <pc:spChg chg="mod">
          <ac:chgData name="Aina Perello Rosello" userId="69f91a53-5bef-4f5d-95a0-2d7e9ad91226" providerId="ADAL" clId="{D5C0B240-B85D-4721-A041-7D56BFA99843}" dt="2026-03-15T21:36:13.998" v="109" actId="790"/>
          <ac:spMkLst>
            <pc:docMk/>
            <pc:sldMk cId="473922805" sldId="295"/>
            <ac:spMk id="97" creationId="{13E0425E-CEDF-CBC4-B34B-0CC3951920EA}"/>
          </ac:spMkLst>
        </pc:spChg>
        <pc:spChg chg="mod">
          <ac:chgData name="Aina Perello Rosello" userId="69f91a53-5bef-4f5d-95a0-2d7e9ad91226" providerId="ADAL" clId="{D5C0B240-B85D-4721-A041-7D56BFA99843}" dt="2026-03-15T21:36:13.998" v="109" actId="790"/>
          <ac:spMkLst>
            <pc:docMk/>
            <pc:sldMk cId="473922805" sldId="295"/>
            <ac:spMk id="99" creationId="{ABAAA5DD-56CA-BF94-2180-F0866658B6B3}"/>
          </ac:spMkLst>
        </pc:spChg>
        <pc:spChg chg="mod">
          <ac:chgData name="Aina Perello Rosello" userId="69f91a53-5bef-4f5d-95a0-2d7e9ad91226" providerId="ADAL" clId="{D5C0B240-B85D-4721-A041-7D56BFA99843}" dt="2026-03-15T21:36:13.998" v="109" actId="790"/>
          <ac:spMkLst>
            <pc:docMk/>
            <pc:sldMk cId="473922805" sldId="295"/>
            <ac:spMk id="111" creationId="{06801468-6F27-A16A-64E3-D7AD4B6B6B96}"/>
          </ac:spMkLst>
        </pc:spChg>
        <pc:spChg chg="mod">
          <ac:chgData name="Aina Perello Rosello" userId="69f91a53-5bef-4f5d-95a0-2d7e9ad91226" providerId="ADAL" clId="{D5C0B240-B85D-4721-A041-7D56BFA99843}" dt="2026-03-15T21:36:13.998" v="109" actId="790"/>
          <ac:spMkLst>
            <pc:docMk/>
            <pc:sldMk cId="473922805" sldId="295"/>
            <ac:spMk id="116" creationId="{CC9D2269-0CA8-143F-4E45-F3AF594A2ED3}"/>
          </ac:spMkLst>
        </pc:spChg>
        <pc:spChg chg="mod">
          <ac:chgData name="Aina Perello Rosello" userId="69f91a53-5bef-4f5d-95a0-2d7e9ad91226" providerId="ADAL" clId="{D5C0B240-B85D-4721-A041-7D56BFA99843}" dt="2026-03-15T21:36:13.998" v="109" actId="790"/>
          <ac:spMkLst>
            <pc:docMk/>
            <pc:sldMk cId="473922805" sldId="295"/>
            <ac:spMk id="122" creationId="{B589EB7D-B26E-4239-A5C2-F96DBBE82162}"/>
          </ac:spMkLst>
        </pc:spChg>
      </pc:sldChg>
      <pc:sldChg chg="addSp delSp modSp mod">
        <pc:chgData name="Aina Perello Rosello" userId="69f91a53-5bef-4f5d-95a0-2d7e9ad91226" providerId="ADAL" clId="{D5C0B240-B85D-4721-A041-7D56BFA99843}" dt="2026-03-15T21:36:13.998" v="109" actId="790"/>
        <pc:sldMkLst>
          <pc:docMk/>
          <pc:sldMk cId="236054401" sldId="297"/>
        </pc:sldMkLst>
        <pc:spChg chg="mod">
          <ac:chgData name="Aina Perello Rosello" userId="69f91a53-5bef-4f5d-95a0-2d7e9ad91226" providerId="ADAL" clId="{D5C0B240-B85D-4721-A041-7D56BFA99843}" dt="2026-03-15T21:36:13.998" v="109" actId="790"/>
          <ac:spMkLst>
            <pc:docMk/>
            <pc:sldMk cId="236054401" sldId="297"/>
            <ac:spMk id="2" creationId="{A440F587-93A3-E474-C0B0-883BB9DAFD85}"/>
          </ac:spMkLst>
        </pc:spChg>
        <pc:spChg chg="mod">
          <ac:chgData name="Aina Perello Rosello" userId="69f91a53-5bef-4f5d-95a0-2d7e9ad91226" providerId="ADAL" clId="{D5C0B240-B85D-4721-A041-7D56BFA99843}" dt="2026-03-15T21:36:13.998" v="109" actId="790"/>
          <ac:spMkLst>
            <pc:docMk/>
            <pc:sldMk cId="236054401" sldId="297"/>
            <ac:spMk id="3" creationId="{970D4A6C-5B37-EDF5-6242-74B16127E96B}"/>
          </ac:spMkLst>
        </pc:spChg>
        <pc:spChg chg="mod">
          <ac:chgData name="Aina Perello Rosello" userId="69f91a53-5bef-4f5d-95a0-2d7e9ad91226" providerId="ADAL" clId="{D5C0B240-B85D-4721-A041-7D56BFA99843}" dt="2026-03-15T21:36:13.998" v="109" actId="790"/>
          <ac:spMkLst>
            <pc:docMk/>
            <pc:sldMk cId="236054401" sldId="297"/>
            <ac:spMk id="5" creationId="{A6B92C76-6772-2E00-346F-532321092C04}"/>
          </ac:spMkLst>
        </pc:spChg>
        <pc:spChg chg="mod">
          <ac:chgData name="Aina Perello Rosello" userId="69f91a53-5bef-4f5d-95a0-2d7e9ad91226" providerId="ADAL" clId="{D5C0B240-B85D-4721-A041-7D56BFA99843}" dt="2026-03-15T21:36:13.998" v="109" actId="790"/>
          <ac:spMkLst>
            <pc:docMk/>
            <pc:sldMk cId="236054401" sldId="297"/>
            <ac:spMk id="6" creationId="{2886628E-6E58-1F7E-B6C6-432B9A228397}"/>
          </ac:spMkLst>
        </pc:spChg>
        <pc:spChg chg="mod">
          <ac:chgData name="Aina Perello Rosello" userId="69f91a53-5bef-4f5d-95a0-2d7e9ad91226" providerId="ADAL" clId="{D5C0B240-B85D-4721-A041-7D56BFA99843}" dt="2026-03-15T21:36:13.998" v="109" actId="790"/>
          <ac:spMkLst>
            <pc:docMk/>
            <pc:sldMk cId="236054401" sldId="297"/>
            <ac:spMk id="8" creationId="{0F38E924-A0E7-A039-C837-916BA77FE89B}"/>
          </ac:spMkLst>
        </pc:spChg>
        <pc:spChg chg="mod">
          <ac:chgData name="Aina Perello Rosello" userId="69f91a53-5bef-4f5d-95a0-2d7e9ad91226" providerId="ADAL" clId="{D5C0B240-B85D-4721-A041-7D56BFA99843}" dt="2026-03-15T21:36:13.998" v="109" actId="790"/>
          <ac:spMkLst>
            <pc:docMk/>
            <pc:sldMk cId="236054401" sldId="297"/>
            <ac:spMk id="16" creationId="{394400B4-EE16-8E85-AB54-E82FE3B29345}"/>
          </ac:spMkLst>
        </pc:spChg>
        <pc:spChg chg="mod">
          <ac:chgData name="Aina Perello Rosello" userId="69f91a53-5bef-4f5d-95a0-2d7e9ad91226" providerId="ADAL" clId="{D5C0B240-B85D-4721-A041-7D56BFA99843}" dt="2026-03-15T21:36:13.998" v="109" actId="790"/>
          <ac:spMkLst>
            <pc:docMk/>
            <pc:sldMk cId="236054401" sldId="297"/>
            <ac:spMk id="84" creationId="{09AB8697-C1EE-6E9A-6550-ACA2C3AE6630}"/>
          </ac:spMkLst>
        </pc:spChg>
        <pc:picChg chg="add mod">
          <ac:chgData name="Aina Perello Rosello" userId="69f91a53-5bef-4f5d-95a0-2d7e9ad91226" providerId="ADAL" clId="{D5C0B240-B85D-4721-A041-7D56BFA99843}" dt="2026-02-24T12:38:06.745" v="23" actId="1076"/>
          <ac:picMkLst>
            <pc:docMk/>
            <pc:sldMk cId="236054401" sldId="297"/>
            <ac:picMk id="7" creationId="{4E4F7EC1-CABB-61FE-0960-FBD28D7D01CA}"/>
          </ac:picMkLst>
        </pc:picChg>
        <pc:picChg chg="add mod">
          <ac:chgData name="Aina Perello Rosello" userId="69f91a53-5bef-4f5d-95a0-2d7e9ad91226" providerId="ADAL" clId="{D5C0B240-B85D-4721-A041-7D56BFA99843}" dt="2026-02-24T12:38:13.165" v="24" actId="1076"/>
          <ac:picMkLst>
            <pc:docMk/>
            <pc:sldMk cId="236054401" sldId="297"/>
            <ac:picMk id="12" creationId="{EFE58786-BE23-984D-A03D-F2B7DD469498}"/>
          </ac:picMkLst>
        </pc:picChg>
      </pc:sldChg>
      <pc:sldChg chg="modSp mod">
        <pc:chgData name="Aina Perello Rosello" userId="69f91a53-5bef-4f5d-95a0-2d7e9ad91226" providerId="ADAL" clId="{D5C0B240-B85D-4721-A041-7D56BFA99843}" dt="2026-03-15T21:36:13.998" v="109" actId="790"/>
        <pc:sldMkLst>
          <pc:docMk/>
          <pc:sldMk cId="287305900" sldId="298"/>
        </pc:sldMkLst>
        <pc:spChg chg="mod">
          <ac:chgData name="Aina Perello Rosello" userId="69f91a53-5bef-4f5d-95a0-2d7e9ad91226" providerId="ADAL" clId="{D5C0B240-B85D-4721-A041-7D56BFA99843}" dt="2026-03-15T21:36:13.998" v="109" actId="790"/>
          <ac:spMkLst>
            <pc:docMk/>
            <pc:sldMk cId="287305900" sldId="298"/>
            <ac:spMk id="2" creationId="{A7A2F92D-A0F4-35AD-F667-161CAA9758BF}"/>
          </ac:spMkLst>
        </pc:spChg>
        <pc:spChg chg="mod">
          <ac:chgData name="Aina Perello Rosello" userId="69f91a53-5bef-4f5d-95a0-2d7e9ad91226" providerId="ADAL" clId="{D5C0B240-B85D-4721-A041-7D56BFA99843}" dt="2026-03-15T21:36:13.998" v="109" actId="790"/>
          <ac:spMkLst>
            <pc:docMk/>
            <pc:sldMk cId="287305900" sldId="298"/>
            <ac:spMk id="4" creationId="{D74904D0-E231-94A1-0571-29A2A8BDF6EA}"/>
          </ac:spMkLst>
        </pc:spChg>
        <pc:spChg chg="mod">
          <ac:chgData name="Aina Perello Rosello" userId="69f91a53-5bef-4f5d-95a0-2d7e9ad91226" providerId="ADAL" clId="{D5C0B240-B85D-4721-A041-7D56BFA99843}" dt="2026-03-15T21:36:13.998" v="109" actId="790"/>
          <ac:spMkLst>
            <pc:docMk/>
            <pc:sldMk cId="287305900" sldId="298"/>
            <ac:spMk id="5" creationId="{7CDEBBBD-2429-30F1-14B1-AA5A34EEF928}"/>
          </ac:spMkLst>
        </pc:spChg>
        <pc:spChg chg="mod">
          <ac:chgData name="Aina Perello Rosello" userId="69f91a53-5bef-4f5d-95a0-2d7e9ad91226" providerId="ADAL" clId="{D5C0B240-B85D-4721-A041-7D56BFA99843}" dt="2026-03-15T21:36:13.998" v="109" actId="790"/>
          <ac:spMkLst>
            <pc:docMk/>
            <pc:sldMk cId="287305900" sldId="298"/>
            <ac:spMk id="12" creationId="{5C5F6D42-6BE0-8234-2E64-CB71EA58FF3D}"/>
          </ac:spMkLst>
        </pc:spChg>
      </pc:sldChg>
      <pc:sldChg chg="modSp mod">
        <pc:chgData name="Aina Perello Rosello" userId="69f91a53-5bef-4f5d-95a0-2d7e9ad91226" providerId="ADAL" clId="{D5C0B240-B85D-4721-A041-7D56BFA99843}" dt="2026-03-15T21:36:17.895" v="110" actId="313"/>
        <pc:sldMkLst>
          <pc:docMk/>
          <pc:sldMk cId="2792105520" sldId="299"/>
        </pc:sldMkLst>
        <pc:spChg chg="mod">
          <ac:chgData name="Aina Perello Rosello" userId="69f91a53-5bef-4f5d-95a0-2d7e9ad91226" providerId="ADAL" clId="{D5C0B240-B85D-4721-A041-7D56BFA99843}" dt="2026-03-15T21:36:13.998" v="109" actId="790"/>
          <ac:spMkLst>
            <pc:docMk/>
            <pc:sldMk cId="2792105520" sldId="299"/>
            <ac:spMk id="2" creationId="{022980FE-AB2E-A38B-EDFF-AF88F6D070DE}"/>
          </ac:spMkLst>
        </pc:spChg>
        <pc:spChg chg="mod">
          <ac:chgData name="Aina Perello Rosello" userId="69f91a53-5bef-4f5d-95a0-2d7e9ad91226" providerId="ADAL" clId="{D5C0B240-B85D-4721-A041-7D56BFA99843}" dt="2026-03-15T21:36:13.998" v="109" actId="790"/>
          <ac:spMkLst>
            <pc:docMk/>
            <pc:sldMk cId="2792105520" sldId="299"/>
            <ac:spMk id="4" creationId="{201C3491-5C6F-9AAF-8DFD-EB72DD211461}"/>
          </ac:spMkLst>
        </pc:spChg>
        <pc:spChg chg="mod">
          <ac:chgData name="Aina Perello Rosello" userId="69f91a53-5bef-4f5d-95a0-2d7e9ad91226" providerId="ADAL" clId="{D5C0B240-B85D-4721-A041-7D56BFA99843}" dt="2026-03-15T21:36:13.998" v="109" actId="790"/>
          <ac:spMkLst>
            <pc:docMk/>
            <pc:sldMk cId="2792105520" sldId="299"/>
            <ac:spMk id="5" creationId="{BC1B9F7D-D82D-C632-5E74-D5967C02FC8D}"/>
          </ac:spMkLst>
        </pc:spChg>
        <pc:spChg chg="mod">
          <ac:chgData name="Aina Perello Rosello" userId="69f91a53-5bef-4f5d-95a0-2d7e9ad91226" providerId="ADAL" clId="{D5C0B240-B85D-4721-A041-7D56BFA99843}" dt="2026-03-15T21:36:17.895" v="110" actId="313"/>
          <ac:spMkLst>
            <pc:docMk/>
            <pc:sldMk cId="2792105520" sldId="299"/>
            <ac:spMk id="8" creationId="{3C0E3F24-D85D-1188-3756-AC36117CFD8B}"/>
          </ac:spMkLst>
        </pc:spChg>
      </pc:sldChg>
      <pc:sldChg chg="modSp mod">
        <pc:chgData name="Aina Perello Rosello" userId="69f91a53-5bef-4f5d-95a0-2d7e9ad91226" providerId="ADAL" clId="{D5C0B240-B85D-4721-A041-7D56BFA99843}" dt="2026-03-15T21:36:26.484" v="111" actId="313"/>
        <pc:sldMkLst>
          <pc:docMk/>
          <pc:sldMk cId="4229117898" sldId="300"/>
        </pc:sldMkLst>
        <pc:spChg chg="mod">
          <ac:chgData name="Aina Perello Rosello" userId="69f91a53-5bef-4f5d-95a0-2d7e9ad91226" providerId="ADAL" clId="{D5C0B240-B85D-4721-A041-7D56BFA99843}" dt="2026-03-15T21:36:13.998" v="109" actId="790"/>
          <ac:spMkLst>
            <pc:docMk/>
            <pc:sldMk cId="4229117898" sldId="300"/>
            <ac:spMk id="2" creationId="{E04FACE5-F250-6A5B-77DE-BA2FFE520E55}"/>
          </ac:spMkLst>
        </pc:spChg>
        <pc:spChg chg="mod">
          <ac:chgData name="Aina Perello Rosello" userId="69f91a53-5bef-4f5d-95a0-2d7e9ad91226" providerId="ADAL" clId="{D5C0B240-B85D-4721-A041-7D56BFA99843}" dt="2026-03-15T21:36:13.998" v="109" actId="790"/>
          <ac:spMkLst>
            <pc:docMk/>
            <pc:sldMk cId="4229117898" sldId="300"/>
            <ac:spMk id="4" creationId="{80E61385-4512-F537-0973-5065869055A2}"/>
          </ac:spMkLst>
        </pc:spChg>
        <pc:spChg chg="mod">
          <ac:chgData name="Aina Perello Rosello" userId="69f91a53-5bef-4f5d-95a0-2d7e9ad91226" providerId="ADAL" clId="{D5C0B240-B85D-4721-A041-7D56BFA99843}" dt="2026-03-15T21:36:13.998" v="109" actId="790"/>
          <ac:spMkLst>
            <pc:docMk/>
            <pc:sldMk cId="4229117898" sldId="300"/>
            <ac:spMk id="5" creationId="{2B1F8346-0C1A-22BA-E91E-6719A37BC486}"/>
          </ac:spMkLst>
        </pc:spChg>
        <pc:spChg chg="mod">
          <ac:chgData name="Aina Perello Rosello" userId="69f91a53-5bef-4f5d-95a0-2d7e9ad91226" providerId="ADAL" clId="{D5C0B240-B85D-4721-A041-7D56BFA99843}" dt="2026-03-15T21:36:13.998" v="109" actId="790"/>
          <ac:spMkLst>
            <pc:docMk/>
            <pc:sldMk cId="4229117898" sldId="300"/>
            <ac:spMk id="7" creationId="{A2769D8F-A40C-8BD4-0ADA-58299BB34CC8}"/>
          </ac:spMkLst>
        </pc:spChg>
        <pc:spChg chg="mod">
          <ac:chgData name="Aina Perello Rosello" userId="69f91a53-5bef-4f5d-95a0-2d7e9ad91226" providerId="ADAL" clId="{D5C0B240-B85D-4721-A041-7D56BFA99843}" dt="2026-03-15T21:36:13.998" v="109" actId="790"/>
          <ac:spMkLst>
            <pc:docMk/>
            <pc:sldMk cId="4229117898" sldId="300"/>
            <ac:spMk id="8" creationId="{33A81627-40A1-E382-15ED-2B3446C36B29}"/>
          </ac:spMkLst>
        </pc:spChg>
        <pc:spChg chg="mod">
          <ac:chgData name="Aina Perello Rosello" userId="69f91a53-5bef-4f5d-95a0-2d7e9ad91226" providerId="ADAL" clId="{D5C0B240-B85D-4721-A041-7D56BFA99843}" dt="2026-03-15T21:36:26.484" v="111" actId="313"/>
          <ac:spMkLst>
            <pc:docMk/>
            <pc:sldMk cId="4229117898" sldId="300"/>
            <ac:spMk id="9" creationId="{F29963BF-B2EE-2D7B-1FF5-A211799F2EB5}"/>
          </ac:spMkLst>
        </pc:spChg>
      </pc:sldChg>
      <pc:sldChg chg="modSp mod">
        <pc:chgData name="Aina Perello Rosello" userId="69f91a53-5bef-4f5d-95a0-2d7e9ad91226" providerId="ADAL" clId="{D5C0B240-B85D-4721-A041-7D56BFA99843}" dt="2026-03-15T21:37:41.658" v="112" actId="313"/>
        <pc:sldMkLst>
          <pc:docMk/>
          <pc:sldMk cId="405326462" sldId="301"/>
        </pc:sldMkLst>
        <pc:spChg chg="mod">
          <ac:chgData name="Aina Perello Rosello" userId="69f91a53-5bef-4f5d-95a0-2d7e9ad91226" providerId="ADAL" clId="{D5C0B240-B85D-4721-A041-7D56BFA99843}" dt="2026-03-15T21:36:13.998" v="109" actId="790"/>
          <ac:spMkLst>
            <pc:docMk/>
            <pc:sldMk cId="405326462" sldId="301"/>
            <ac:spMk id="2" creationId="{92AD8E1D-1841-0782-8064-113546D9040A}"/>
          </ac:spMkLst>
        </pc:spChg>
        <pc:spChg chg="mod">
          <ac:chgData name="Aina Perello Rosello" userId="69f91a53-5bef-4f5d-95a0-2d7e9ad91226" providerId="ADAL" clId="{D5C0B240-B85D-4721-A041-7D56BFA99843}" dt="2026-03-15T21:36:13.998" v="109" actId="790"/>
          <ac:spMkLst>
            <pc:docMk/>
            <pc:sldMk cId="405326462" sldId="301"/>
            <ac:spMk id="4" creationId="{B6F677AD-2DCD-EFE7-3499-66AEF07DD63E}"/>
          </ac:spMkLst>
        </pc:spChg>
        <pc:spChg chg="mod">
          <ac:chgData name="Aina Perello Rosello" userId="69f91a53-5bef-4f5d-95a0-2d7e9ad91226" providerId="ADAL" clId="{D5C0B240-B85D-4721-A041-7D56BFA99843}" dt="2026-03-15T21:36:13.998" v="109" actId="790"/>
          <ac:spMkLst>
            <pc:docMk/>
            <pc:sldMk cId="405326462" sldId="301"/>
            <ac:spMk id="5" creationId="{DD5F6A50-654C-F566-A909-25744FCA02FC}"/>
          </ac:spMkLst>
        </pc:spChg>
        <pc:spChg chg="mod">
          <ac:chgData name="Aina Perello Rosello" userId="69f91a53-5bef-4f5d-95a0-2d7e9ad91226" providerId="ADAL" clId="{D5C0B240-B85D-4721-A041-7D56BFA99843}" dt="2026-03-15T21:36:13.998" v="109" actId="790"/>
          <ac:spMkLst>
            <pc:docMk/>
            <pc:sldMk cId="405326462" sldId="301"/>
            <ac:spMk id="7" creationId="{3D3B4242-FF62-C435-A1CE-5619DF7DF227}"/>
          </ac:spMkLst>
        </pc:spChg>
        <pc:spChg chg="mod">
          <ac:chgData name="Aina Perello Rosello" userId="69f91a53-5bef-4f5d-95a0-2d7e9ad91226" providerId="ADAL" clId="{D5C0B240-B85D-4721-A041-7D56BFA99843}" dt="2026-03-15T21:36:13.998" v="109" actId="790"/>
          <ac:spMkLst>
            <pc:docMk/>
            <pc:sldMk cId="405326462" sldId="301"/>
            <ac:spMk id="8" creationId="{16D54C77-AA98-D004-4222-DB524E73EDA3}"/>
          </ac:spMkLst>
        </pc:spChg>
        <pc:spChg chg="mod">
          <ac:chgData name="Aina Perello Rosello" userId="69f91a53-5bef-4f5d-95a0-2d7e9ad91226" providerId="ADAL" clId="{D5C0B240-B85D-4721-A041-7D56BFA99843}" dt="2026-03-15T21:37:41.658" v="112" actId="313"/>
          <ac:spMkLst>
            <pc:docMk/>
            <pc:sldMk cId="405326462" sldId="301"/>
            <ac:spMk id="9" creationId="{67D0FB1C-BD6B-E84C-CA3E-2B92078C6BA6}"/>
          </ac:spMkLst>
        </pc:spChg>
      </pc:sldChg>
      <pc:sldChg chg="modSp mod">
        <pc:chgData name="Aina Perello Rosello" userId="69f91a53-5bef-4f5d-95a0-2d7e9ad91226" providerId="ADAL" clId="{D5C0B240-B85D-4721-A041-7D56BFA99843}" dt="2026-03-15T21:38:44.844" v="129" actId="313"/>
        <pc:sldMkLst>
          <pc:docMk/>
          <pc:sldMk cId="598349273" sldId="302"/>
        </pc:sldMkLst>
        <pc:spChg chg="mod">
          <ac:chgData name="Aina Perello Rosello" userId="69f91a53-5bef-4f5d-95a0-2d7e9ad91226" providerId="ADAL" clId="{D5C0B240-B85D-4721-A041-7D56BFA99843}" dt="2026-03-15T21:36:13.998" v="109" actId="790"/>
          <ac:spMkLst>
            <pc:docMk/>
            <pc:sldMk cId="598349273" sldId="302"/>
            <ac:spMk id="2" creationId="{7FF9E408-ED6D-CC81-F82A-21E1DD29AFAD}"/>
          </ac:spMkLst>
        </pc:spChg>
        <pc:spChg chg="mod">
          <ac:chgData name="Aina Perello Rosello" userId="69f91a53-5bef-4f5d-95a0-2d7e9ad91226" providerId="ADAL" clId="{D5C0B240-B85D-4721-A041-7D56BFA99843}" dt="2026-03-15T21:36:13.998" v="109" actId="790"/>
          <ac:spMkLst>
            <pc:docMk/>
            <pc:sldMk cId="598349273" sldId="302"/>
            <ac:spMk id="4" creationId="{9A7FD2DA-1B53-E6B3-14FF-3CF6A0BEFA8B}"/>
          </ac:spMkLst>
        </pc:spChg>
        <pc:spChg chg="mod">
          <ac:chgData name="Aina Perello Rosello" userId="69f91a53-5bef-4f5d-95a0-2d7e9ad91226" providerId="ADAL" clId="{D5C0B240-B85D-4721-A041-7D56BFA99843}" dt="2026-03-15T21:36:13.998" v="109" actId="790"/>
          <ac:spMkLst>
            <pc:docMk/>
            <pc:sldMk cId="598349273" sldId="302"/>
            <ac:spMk id="5" creationId="{9EE47BCD-C0CF-7EC4-7627-9E38174B4DA7}"/>
          </ac:spMkLst>
        </pc:spChg>
        <pc:spChg chg="mod">
          <ac:chgData name="Aina Perello Rosello" userId="69f91a53-5bef-4f5d-95a0-2d7e9ad91226" providerId="ADAL" clId="{D5C0B240-B85D-4721-A041-7D56BFA99843}" dt="2026-03-15T21:38:44.844" v="129" actId="313"/>
          <ac:spMkLst>
            <pc:docMk/>
            <pc:sldMk cId="598349273" sldId="302"/>
            <ac:spMk id="7" creationId="{A22CD000-FD87-CAD2-1691-D2577CA70CA8}"/>
          </ac:spMkLst>
        </pc:spChg>
      </pc:sldChg>
      <pc:sldChg chg="addSp modSp mod">
        <pc:chgData name="Aina Perello Rosello" userId="69f91a53-5bef-4f5d-95a0-2d7e9ad91226" providerId="ADAL" clId="{D5C0B240-B85D-4721-A041-7D56BFA99843}" dt="2026-03-15T21:39:08.379" v="136" actId="313"/>
        <pc:sldMkLst>
          <pc:docMk/>
          <pc:sldMk cId="1543528198" sldId="303"/>
        </pc:sldMkLst>
        <pc:spChg chg="mod">
          <ac:chgData name="Aina Perello Rosello" userId="69f91a53-5bef-4f5d-95a0-2d7e9ad91226" providerId="ADAL" clId="{D5C0B240-B85D-4721-A041-7D56BFA99843}" dt="2026-03-15T21:39:08.379" v="136" actId="313"/>
          <ac:spMkLst>
            <pc:docMk/>
            <pc:sldMk cId="1543528198" sldId="303"/>
            <ac:spMk id="2" creationId="{01FF8552-63FE-1D03-70B4-D05744AC0DAC}"/>
          </ac:spMkLst>
        </pc:spChg>
        <pc:spChg chg="mod">
          <ac:chgData name="Aina Perello Rosello" userId="69f91a53-5bef-4f5d-95a0-2d7e9ad91226" providerId="ADAL" clId="{D5C0B240-B85D-4721-A041-7D56BFA99843}" dt="2026-03-15T21:36:13.998" v="109" actId="790"/>
          <ac:spMkLst>
            <pc:docMk/>
            <pc:sldMk cId="1543528198" sldId="303"/>
            <ac:spMk id="3" creationId="{0C25FA27-A0BA-FC92-F205-84030C1BCC15}"/>
          </ac:spMkLst>
        </pc:spChg>
        <pc:spChg chg="mod">
          <ac:chgData name="Aina Perello Rosello" userId="69f91a53-5bef-4f5d-95a0-2d7e9ad91226" providerId="ADAL" clId="{D5C0B240-B85D-4721-A041-7D56BFA99843}" dt="2026-03-15T21:36:13.998" v="109" actId="790"/>
          <ac:spMkLst>
            <pc:docMk/>
            <pc:sldMk cId="1543528198" sldId="303"/>
            <ac:spMk id="7" creationId="{DD642AE7-D924-5885-FDB2-03D176194CC0}"/>
          </ac:spMkLst>
        </pc:spChg>
        <pc:spChg chg="mod">
          <ac:chgData name="Aina Perello Rosello" userId="69f91a53-5bef-4f5d-95a0-2d7e9ad91226" providerId="ADAL" clId="{D5C0B240-B85D-4721-A041-7D56BFA99843}" dt="2026-03-15T21:36:13.998" v="109" actId="790"/>
          <ac:spMkLst>
            <pc:docMk/>
            <pc:sldMk cId="1543528198" sldId="303"/>
            <ac:spMk id="16" creationId="{88F63BF0-B69E-7283-9858-76633F7E73B2}"/>
          </ac:spMkLst>
        </pc:spChg>
        <pc:spChg chg="mod">
          <ac:chgData name="Aina Perello Rosello" userId="69f91a53-5bef-4f5d-95a0-2d7e9ad91226" providerId="ADAL" clId="{D5C0B240-B85D-4721-A041-7D56BFA99843}" dt="2026-03-15T21:36:13.998" v="109" actId="790"/>
          <ac:spMkLst>
            <pc:docMk/>
            <pc:sldMk cId="1543528198" sldId="303"/>
            <ac:spMk id="84" creationId="{C8117DA4-1432-53F8-31A6-9069C5945692}"/>
          </ac:spMkLst>
        </pc:spChg>
        <pc:picChg chg="add mod">
          <ac:chgData name="Aina Perello Rosello" userId="69f91a53-5bef-4f5d-95a0-2d7e9ad91226" providerId="ADAL" clId="{D5C0B240-B85D-4721-A041-7D56BFA99843}" dt="2026-03-15T15:29:03.465" v="58" actId="1076"/>
          <ac:picMkLst>
            <pc:docMk/>
            <pc:sldMk cId="1543528198" sldId="303"/>
            <ac:picMk id="5" creationId="{A5D2B89D-B0C8-293D-9F8A-FCEC533DE6FE}"/>
          </ac:picMkLst>
        </pc:picChg>
        <pc:picChg chg="mod">
          <ac:chgData name="Aina Perello Rosello" userId="69f91a53-5bef-4f5d-95a0-2d7e9ad91226" providerId="ADAL" clId="{D5C0B240-B85D-4721-A041-7D56BFA99843}" dt="2026-03-15T15:28:53.352" v="56" actId="1076"/>
          <ac:picMkLst>
            <pc:docMk/>
            <pc:sldMk cId="1543528198" sldId="303"/>
            <ac:picMk id="6" creationId="{55061A73-D10A-9656-3BE0-24676F7D81DC}"/>
          </ac:picMkLst>
        </pc:picChg>
      </pc:sldChg>
      <pc:sldChg chg="modSp mod">
        <pc:chgData name="Aina Perello Rosello" userId="69f91a53-5bef-4f5d-95a0-2d7e9ad91226" providerId="ADAL" clId="{D5C0B240-B85D-4721-A041-7D56BFA99843}" dt="2026-03-15T21:39:26.478" v="141" actId="313"/>
        <pc:sldMkLst>
          <pc:docMk/>
          <pc:sldMk cId="4293919368" sldId="304"/>
        </pc:sldMkLst>
        <pc:spChg chg="mod">
          <ac:chgData name="Aina Perello Rosello" userId="69f91a53-5bef-4f5d-95a0-2d7e9ad91226" providerId="ADAL" clId="{D5C0B240-B85D-4721-A041-7D56BFA99843}" dt="2026-03-15T21:39:26.478" v="141" actId="313"/>
          <ac:spMkLst>
            <pc:docMk/>
            <pc:sldMk cId="4293919368" sldId="304"/>
            <ac:spMk id="2" creationId="{CE585177-30B1-A14D-4488-39C78869979F}"/>
          </ac:spMkLst>
        </pc:spChg>
        <pc:spChg chg="mod">
          <ac:chgData name="Aina Perello Rosello" userId="69f91a53-5bef-4f5d-95a0-2d7e9ad91226" providerId="ADAL" clId="{D5C0B240-B85D-4721-A041-7D56BFA99843}" dt="2026-03-15T21:36:13.998" v="109" actId="790"/>
          <ac:spMkLst>
            <pc:docMk/>
            <pc:sldMk cId="4293919368" sldId="304"/>
            <ac:spMk id="3" creationId="{D8CEBA83-BEDA-0578-A581-865901084467}"/>
          </ac:spMkLst>
        </pc:spChg>
        <pc:spChg chg="mod">
          <ac:chgData name="Aina Perello Rosello" userId="69f91a53-5bef-4f5d-95a0-2d7e9ad91226" providerId="ADAL" clId="{D5C0B240-B85D-4721-A041-7D56BFA99843}" dt="2026-03-15T21:36:13.998" v="109" actId="790"/>
          <ac:spMkLst>
            <pc:docMk/>
            <pc:sldMk cId="4293919368" sldId="304"/>
            <ac:spMk id="7" creationId="{242BF06B-2FD9-8645-3C84-126866A9A376}"/>
          </ac:spMkLst>
        </pc:spChg>
        <pc:spChg chg="mod">
          <ac:chgData name="Aina Perello Rosello" userId="69f91a53-5bef-4f5d-95a0-2d7e9ad91226" providerId="ADAL" clId="{D5C0B240-B85D-4721-A041-7D56BFA99843}" dt="2026-03-15T21:36:13.998" v="109" actId="790"/>
          <ac:spMkLst>
            <pc:docMk/>
            <pc:sldMk cId="4293919368" sldId="304"/>
            <ac:spMk id="16" creationId="{F9D1FBAA-D0A8-A989-A95B-AE8107E25BBD}"/>
          </ac:spMkLst>
        </pc:spChg>
        <pc:spChg chg="mod">
          <ac:chgData name="Aina Perello Rosello" userId="69f91a53-5bef-4f5d-95a0-2d7e9ad91226" providerId="ADAL" clId="{D5C0B240-B85D-4721-A041-7D56BFA99843}" dt="2026-03-15T21:36:13.998" v="109" actId="790"/>
          <ac:spMkLst>
            <pc:docMk/>
            <pc:sldMk cId="4293919368" sldId="304"/>
            <ac:spMk id="84" creationId="{D14D26DF-13F6-77BE-90CF-2F4A3E57A966}"/>
          </ac:spMkLst>
        </pc:spChg>
      </pc:sldChg>
      <pc:sldChg chg="modSp mod">
        <pc:chgData name="Aina Perello Rosello" userId="69f91a53-5bef-4f5d-95a0-2d7e9ad91226" providerId="ADAL" clId="{D5C0B240-B85D-4721-A041-7D56BFA99843}" dt="2026-03-15T21:36:13.998" v="109" actId="790"/>
        <pc:sldMkLst>
          <pc:docMk/>
          <pc:sldMk cId="205901240" sldId="305"/>
        </pc:sldMkLst>
        <pc:spChg chg="mod">
          <ac:chgData name="Aina Perello Rosello" userId="69f91a53-5bef-4f5d-95a0-2d7e9ad91226" providerId="ADAL" clId="{D5C0B240-B85D-4721-A041-7D56BFA99843}" dt="2026-03-15T21:36:13.998" v="109" actId="790"/>
          <ac:spMkLst>
            <pc:docMk/>
            <pc:sldMk cId="205901240" sldId="305"/>
            <ac:spMk id="2" creationId="{7AAA80F0-150D-3DD4-0785-D4349323CADE}"/>
          </ac:spMkLst>
        </pc:spChg>
        <pc:spChg chg="mod">
          <ac:chgData name="Aina Perello Rosello" userId="69f91a53-5bef-4f5d-95a0-2d7e9ad91226" providerId="ADAL" clId="{D5C0B240-B85D-4721-A041-7D56BFA99843}" dt="2026-03-15T21:36:13.998" v="109" actId="790"/>
          <ac:spMkLst>
            <pc:docMk/>
            <pc:sldMk cId="205901240" sldId="305"/>
            <ac:spMk id="3" creationId="{AF6EBA7D-DC42-3D6E-D148-E9E46CB8179C}"/>
          </ac:spMkLst>
        </pc:spChg>
        <pc:spChg chg="mod">
          <ac:chgData name="Aina Perello Rosello" userId="69f91a53-5bef-4f5d-95a0-2d7e9ad91226" providerId="ADAL" clId="{D5C0B240-B85D-4721-A041-7D56BFA99843}" dt="2026-03-15T21:36:13.998" v="109" actId="790"/>
          <ac:spMkLst>
            <pc:docMk/>
            <pc:sldMk cId="205901240" sldId="305"/>
            <ac:spMk id="7" creationId="{EF40750C-E6C4-46F4-D310-2530374E1A94}"/>
          </ac:spMkLst>
        </pc:spChg>
        <pc:spChg chg="mod">
          <ac:chgData name="Aina Perello Rosello" userId="69f91a53-5bef-4f5d-95a0-2d7e9ad91226" providerId="ADAL" clId="{D5C0B240-B85D-4721-A041-7D56BFA99843}" dt="2026-03-15T21:36:13.998" v="109" actId="790"/>
          <ac:spMkLst>
            <pc:docMk/>
            <pc:sldMk cId="205901240" sldId="305"/>
            <ac:spMk id="16" creationId="{A25FD039-ADE4-012F-B895-B7638D9ACBC1}"/>
          </ac:spMkLst>
        </pc:spChg>
        <pc:spChg chg="mod">
          <ac:chgData name="Aina Perello Rosello" userId="69f91a53-5bef-4f5d-95a0-2d7e9ad91226" providerId="ADAL" clId="{D5C0B240-B85D-4721-A041-7D56BFA99843}" dt="2026-03-15T21:36:13.998" v="109" actId="790"/>
          <ac:spMkLst>
            <pc:docMk/>
            <pc:sldMk cId="205901240" sldId="305"/>
            <ac:spMk id="84" creationId="{5722A0F8-2F75-35AA-D6A2-F597414EFC5F}"/>
          </ac:spMkLst>
        </pc:spChg>
      </pc:sldChg>
      <pc:sldChg chg="addSp modSp mod">
        <pc:chgData name="Aina Perello Rosello" userId="69f91a53-5bef-4f5d-95a0-2d7e9ad91226" providerId="ADAL" clId="{D5C0B240-B85D-4721-A041-7D56BFA99843}" dt="2026-03-15T21:39:57.654" v="147" actId="313"/>
        <pc:sldMkLst>
          <pc:docMk/>
          <pc:sldMk cId="1576365203" sldId="306"/>
        </pc:sldMkLst>
        <pc:spChg chg="mod">
          <ac:chgData name="Aina Perello Rosello" userId="69f91a53-5bef-4f5d-95a0-2d7e9ad91226" providerId="ADAL" clId="{D5C0B240-B85D-4721-A041-7D56BFA99843}" dt="2026-03-15T21:39:57.654" v="147" actId="313"/>
          <ac:spMkLst>
            <pc:docMk/>
            <pc:sldMk cId="1576365203" sldId="306"/>
            <ac:spMk id="2" creationId="{D032DD9F-36D0-9A8B-7942-5CF04136A335}"/>
          </ac:spMkLst>
        </pc:spChg>
        <pc:spChg chg="mod">
          <ac:chgData name="Aina Perello Rosello" userId="69f91a53-5bef-4f5d-95a0-2d7e9ad91226" providerId="ADAL" clId="{D5C0B240-B85D-4721-A041-7D56BFA99843}" dt="2026-03-15T21:36:13.998" v="109" actId="790"/>
          <ac:spMkLst>
            <pc:docMk/>
            <pc:sldMk cId="1576365203" sldId="306"/>
            <ac:spMk id="3" creationId="{985226C0-74EE-8763-D67A-4AA679C1A094}"/>
          </ac:spMkLst>
        </pc:spChg>
        <pc:spChg chg="add mod">
          <ac:chgData name="Aina Perello Rosello" userId="69f91a53-5bef-4f5d-95a0-2d7e9ad91226" providerId="ADAL" clId="{D5C0B240-B85D-4721-A041-7D56BFA99843}" dt="2026-03-15T21:36:13.998" v="109" actId="790"/>
          <ac:spMkLst>
            <pc:docMk/>
            <pc:sldMk cId="1576365203" sldId="306"/>
            <ac:spMk id="4" creationId="{0DD2E9F1-4FD9-0EE4-EA12-2144A4C5FDA7}"/>
          </ac:spMkLst>
        </pc:spChg>
        <pc:spChg chg="add mod">
          <ac:chgData name="Aina Perello Rosello" userId="69f91a53-5bef-4f5d-95a0-2d7e9ad91226" providerId="ADAL" clId="{D5C0B240-B85D-4721-A041-7D56BFA99843}" dt="2026-03-15T21:36:13.998" v="109" actId="790"/>
          <ac:spMkLst>
            <pc:docMk/>
            <pc:sldMk cId="1576365203" sldId="306"/>
            <ac:spMk id="7" creationId="{2AD0594D-9D5E-9231-74A8-452899AC9F9C}"/>
          </ac:spMkLst>
        </pc:spChg>
        <pc:spChg chg="add mod">
          <ac:chgData name="Aina Perello Rosello" userId="69f91a53-5bef-4f5d-95a0-2d7e9ad91226" providerId="ADAL" clId="{D5C0B240-B85D-4721-A041-7D56BFA99843}" dt="2026-03-15T21:36:13.998" v="109" actId="790"/>
          <ac:spMkLst>
            <pc:docMk/>
            <pc:sldMk cId="1576365203" sldId="306"/>
            <ac:spMk id="8" creationId="{AC8C10CC-5288-0A98-77F3-149A577E63F9}"/>
          </ac:spMkLst>
        </pc:spChg>
        <pc:spChg chg="mod">
          <ac:chgData name="Aina Perello Rosello" userId="69f91a53-5bef-4f5d-95a0-2d7e9ad91226" providerId="ADAL" clId="{D5C0B240-B85D-4721-A041-7D56BFA99843}" dt="2026-03-15T21:36:13.998" v="109" actId="790"/>
          <ac:spMkLst>
            <pc:docMk/>
            <pc:sldMk cId="1576365203" sldId="306"/>
            <ac:spMk id="16" creationId="{54539B79-86EF-7F1F-E539-41F55BFA34E2}"/>
          </ac:spMkLst>
        </pc:spChg>
        <pc:spChg chg="mod">
          <ac:chgData name="Aina Perello Rosello" userId="69f91a53-5bef-4f5d-95a0-2d7e9ad91226" providerId="ADAL" clId="{D5C0B240-B85D-4721-A041-7D56BFA99843}" dt="2026-03-15T21:36:13.998" v="109" actId="790"/>
          <ac:spMkLst>
            <pc:docMk/>
            <pc:sldMk cId="1576365203" sldId="306"/>
            <ac:spMk id="84" creationId="{BC461298-6FF7-6C1D-7B55-3051903D7CDC}"/>
          </ac:spMkLst>
        </pc:spChg>
        <pc:picChg chg="add mod">
          <ac:chgData name="Aina Perello Rosello" userId="69f91a53-5bef-4f5d-95a0-2d7e9ad91226" providerId="ADAL" clId="{D5C0B240-B85D-4721-A041-7D56BFA99843}" dt="2026-03-15T21:33:12.345" v="68" actId="1076"/>
          <ac:picMkLst>
            <pc:docMk/>
            <pc:sldMk cId="1576365203" sldId="306"/>
            <ac:picMk id="6" creationId="{0436AAF8-1D6F-7D81-FDF0-ACD608845400}"/>
          </ac:picMkLst>
        </pc:picChg>
        <pc:picChg chg="add mod">
          <ac:chgData name="Aina Perello Rosello" userId="69f91a53-5bef-4f5d-95a0-2d7e9ad91226" providerId="ADAL" clId="{D5C0B240-B85D-4721-A041-7D56BFA99843}" dt="2026-03-15T21:34:21.969" v="98" actId="1076"/>
          <ac:picMkLst>
            <pc:docMk/>
            <pc:sldMk cId="1576365203" sldId="306"/>
            <ac:picMk id="10" creationId="{37BA7676-4159-13FF-91BB-D1B9315DC78C}"/>
          </ac:picMkLst>
        </pc:picChg>
      </pc:sldChg>
      <pc:sldChg chg="modSp mod">
        <pc:chgData name="Aina Perello Rosello" userId="69f91a53-5bef-4f5d-95a0-2d7e9ad91226" providerId="ADAL" clId="{D5C0B240-B85D-4721-A041-7D56BFA99843}" dt="2026-03-15T21:39:39.169" v="143" actId="5793"/>
        <pc:sldMkLst>
          <pc:docMk/>
          <pc:sldMk cId="962345041" sldId="307"/>
        </pc:sldMkLst>
        <pc:spChg chg="mod">
          <ac:chgData name="Aina Perello Rosello" userId="69f91a53-5bef-4f5d-95a0-2d7e9ad91226" providerId="ADAL" clId="{D5C0B240-B85D-4721-A041-7D56BFA99843}" dt="2026-03-15T21:39:39.169" v="143" actId="5793"/>
          <ac:spMkLst>
            <pc:docMk/>
            <pc:sldMk cId="962345041" sldId="307"/>
            <ac:spMk id="2" creationId="{7BB2FBAB-E094-5557-D4ED-F3FFFD103C95}"/>
          </ac:spMkLst>
        </pc:spChg>
        <pc:spChg chg="mod">
          <ac:chgData name="Aina Perello Rosello" userId="69f91a53-5bef-4f5d-95a0-2d7e9ad91226" providerId="ADAL" clId="{D5C0B240-B85D-4721-A041-7D56BFA99843}" dt="2026-03-15T21:36:13.998" v="109" actId="790"/>
          <ac:spMkLst>
            <pc:docMk/>
            <pc:sldMk cId="962345041" sldId="307"/>
            <ac:spMk id="3" creationId="{E1726B57-EE75-774F-E840-5E334B4EE4DA}"/>
          </ac:spMkLst>
        </pc:spChg>
        <pc:spChg chg="mod">
          <ac:chgData name="Aina Perello Rosello" userId="69f91a53-5bef-4f5d-95a0-2d7e9ad91226" providerId="ADAL" clId="{D5C0B240-B85D-4721-A041-7D56BFA99843}" dt="2026-03-15T21:36:13.998" v="109" actId="790"/>
          <ac:spMkLst>
            <pc:docMk/>
            <pc:sldMk cId="962345041" sldId="307"/>
            <ac:spMk id="7" creationId="{E3534E76-FA8E-49ED-FCC8-AB6B35027A93}"/>
          </ac:spMkLst>
        </pc:spChg>
        <pc:spChg chg="mod">
          <ac:chgData name="Aina Perello Rosello" userId="69f91a53-5bef-4f5d-95a0-2d7e9ad91226" providerId="ADAL" clId="{D5C0B240-B85D-4721-A041-7D56BFA99843}" dt="2026-03-15T21:36:13.998" v="109" actId="790"/>
          <ac:spMkLst>
            <pc:docMk/>
            <pc:sldMk cId="962345041" sldId="307"/>
            <ac:spMk id="16" creationId="{BB92ADC3-9984-B66C-B2A6-CCCFDC5A316B}"/>
          </ac:spMkLst>
        </pc:spChg>
        <pc:spChg chg="mod">
          <ac:chgData name="Aina Perello Rosello" userId="69f91a53-5bef-4f5d-95a0-2d7e9ad91226" providerId="ADAL" clId="{D5C0B240-B85D-4721-A041-7D56BFA99843}" dt="2026-03-15T21:36:13.998" v="109" actId="790"/>
          <ac:spMkLst>
            <pc:docMk/>
            <pc:sldMk cId="962345041" sldId="307"/>
            <ac:spMk id="84" creationId="{AD8F5ED5-7EDF-E80A-950F-A93EFE566972}"/>
          </ac:spMkLst>
        </pc:spChg>
      </pc:sldChg>
      <pc:sldChg chg="modSp mod">
        <pc:chgData name="Aina Perello Rosello" userId="69f91a53-5bef-4f5d-95a0-2d7e9ad91226" providerId="ADAL" clId="{D5C0B240-B85D-4721-A041-7D56BFA99843}" dt="2026-03-15T21:36:13.998" v="109" actId="790"/>
        <pc:sldMkLst>
          <pc:docMk/>
          <pc:sldMk cId="235666383" sldId="308"/>
        </pc:sldMkLst>
        <pc:spChg chg="mod">
          <ac:chgData name="Aina Perello Rosello" userId="69f91a53-5bef-4f5d-95a0-2d7e9ad91226" providerId="ADAL" clId="{D5C0B240-B85D-4721-A041-7D56BFA99843}" dt="2026-03-15T21:36:13.998" v="109" actId="790"/>
          <ac:spMkLst>
            <pc:docMk/>
            <pc:sldMk cId="235666383" sldId="308"/>
            <ac:spMk id="2" creationId="{FDE3A197-9508-F9F1-1FEB-FF883D78C151}"/>
          </ac:spMkLst>
        </pc:spChg>
        <pc:spChg chg="mod">
          <ac:chgData name="Aina Perello Rosello" userId="69f91a53-5bef-4f5d-95a0-2d7e9ad91226" providerId="ADAL" clId="{D5C0B240-B85D-4721-A041-7D56BFA99843}" dt="2026-03-15T21:36:13.998" v="109" actId="790"/>
          <ac:spMkLst>
            <pc:docMk/>
            <pc:sldMk cId="235666383" sldId="308"/>
            <ac:spMk id="3" creationId="{AA1F4313-D710-7A3E-7A8F-EB77DEE3C1A7}"/>
          </ac:spMkLst>
        </pc:spChg>
        <pc:spChg chg="mod">
          <ac:chgData name="Aina Perello Rosello" userId="69f91a53-5bef-4f5d-95a0-2d7e9ad91226" providerId="ADAL" clId="{D5C0B240-B85D-4721-A041-7D56BFA99843}" dt="2026-03-15T21:36:13.998" v="109" actId="790"/>
          <ac:spMkLst>
            <pc:docMk/>
            <pc:sldMk cId="235666383" sldId="308"/>
            <ac:spMk id="7" creationId="{B5FE8755-B0BF-14B7-64E6-4BBB2560B9A6}"/>
          </ac:spMkLst>
        </pc:spChg>
        <pc:spChg chg="mod">
          <ac:chgData name="Aina Perello Rosello" userId="69f91a53-5bef-4f5d-95a0-2d7e9ad91226" providerId="ADAL" clId="{D5C0B240-B85D-4721-A041-7D56BFA99843}" dt="2026-03-15T21:36:13.998" v="109" actId="790"/>
          <ac:spMkLst>
            <pc:docMk/>
            <pc:sldMk cId="235666383" sldId="308"/>
            <ac:spMk id="16" creationId="{742C31CE-19F0-B995-0997-9A2D6A879BF7}"/>
          </ac:spMkLst>
        </pc:spChg>
        <pc:spChg chg="mod">
          <ac:chgData name="Aina Perello Rosello" userId="69f91a53-5bef-4f5d-95a0-2d7e9ad91226" providerId="ADAL" clId="{D5C0B240-B85D-4721-A041-7D56BFA99843}" dt="2026-03-15T21:36:13.998" v="109" actId="790"/>
          <ac:spMkLst>
            <pc:docMk/>
            <pc:sldMk cId="235666383" sldId="308"/>
            <ac:spMk id="84" creationId="{B6C672C6-89D4-7E67-2B94-811D081786A7}"/>
          </ac:spMkLst>
        </pc:spChg>
      </pc:sldChg>
      <pc:sldChg chg="addSp delSp modSp add del mod">
        <pc:chgData name="Aina Perello Rosello" userId="69f91a53-5bef-4f5d-95a0-2d7e9ad91226" providerId="ADAL" clId="{D5C0B240-B85D-4721-A041-7D56BFA99843}" dt="2026-03-15T15:28:45.339" v="55" actId="2696"/>
        <pc:sldMkLst>
          <pc:docMk/>
          <pc:sldMk cId="3275023554" sldId="309"/>
        </pc:sldMkLst>
        <pc:spChg chg="mod">
          <ac:chgData name="Aina Perello Rosello" userId="69f91a53-5bef-4f5d-95a0-2d7e9ad91226" providerId="ADAL" clId="{D5C0B240-B85D-4721-A041-7D56BFA99843}" dt="2026-03-15T15:26:34.025" v="53" actId="20577"/>
          <ac:spMkLst>
            <pc:docMk/>
            <pc:sldMk cId="3275023554" sldId="309"/>
            <ac:spMk id="2" creationId="{7DABCB41-E13D-3439-B9C7-9BF2F8883F37}"/>
          </ac:spMkLst>
        </pc:spChg>
        <pc:picChg chg="add del mod">
          <ac:chgData name="Aina Perello Rosello" userId="69f91a53-5bef-4f5d-95a0-2d7e9ad91226" providerId="ADAL" clId="{D5C0B240-B85D-4721-A041-7D56BFA99843}" dt="2026-03-15T15:28:38.574" v="54" actId="21"/>
          <ac:picMkLst>
            <pc:docMk/>
            <pc:sldMk cId="3275023554" sldId="309"/>
            <ac:picMk id="5" creationId="{A5D2B89D-B0C8-293D-9F8A-FCEC533DE6FE}"/>
          </ac:picMkLst>
        </pc:picChg>
        <pc:picChg chg="del">
          <ac:chgData name="Aina Perello Rosello" userId="69f91a53-5bef-4f5d-95a0-2d7e9ad91226" providerId="ADAL" clId="{D5C0B240-B85D-4721-A041-7D56BFA99843}" dt="2026-03-15T15:26:13.069" v="49" actId="478"/>
          <ac:picMkLst>
            <pc:docMk/>
            <pc:sldMk cId="3275023554" sldId="309"/>
            <ac:picMk id="6" creationId="{0FB69C39-830D-5B15-7145-5389274363D0}"/>
          </ac:picMkLst>
        </pc:picChg>
      </pc:sldChg>
    </pc:docChg>
  </pc:docChgLst>
  <pc:docChgLst>
    <pc:chgData name="Jaime Lloret Cuñat" userId="S::jllocua@upv.edu.es::8d81fff1-60b5-4394-8911-1110806e8849" providerId="AD" clId="Web-{4DA49E76-E14B-A167-D930-AB56EE3405C9}"/>
    <pc:docChg chg="addSld modSld">
      <pc:chgData name="Jaime Lloret Cuñat" userId="S::jllocua@upv.edu.es::8d81fff1-60b5-4394-8911-1110806e8849" providerId="AD" clId="Web-{4DA49E76-E14B-A167-D930-AB56EE3405C9}" dt="2026-03-15T12:33:20.821" v="388" actId="20577"/>
      <pc:docMkLst>
        <pc:docMk/>
      </pc:docMkLst>
      <pc:sldChg chg="add">
        <pc:chgData name="Jaime Lloret Cuñat" userId="S::jllocua@upv.edu.es::8d81fff1-60b5-4394-8911-1110806e8849" providerId="AD" clId="Web-{4DA49E76-E14B-A167-D930-AB56EE3405C9}" dt="2026-03-15T11:54:57.498" v="0"/>
        <pc:sldMkLst>
          <pc:docMk/>
          <pc:sldMk cId="1543528198" sldId="303"/>
        </pc:sldMkLst>
      </pc:sldChg>
      <pc:sldChg chg="modSp add">
        <pc:chgData name="Jaime Lloret Cuñat" userId="S::jllocua@upv.edu.es::8d81fff1-60b5-4394-8911-1110806e8849" providerId="AD" clId="Web-{4DA49E76-E14B-A167-D930-AB56EE3405C9}" dt="2026-03-15T12:33:20.821" v="388" actId="20577"/>
        <pc:sldMkLst>
          <pc:docMk/>
          <pc:sldMk cId="4293919368" sldId="304"/>
        </pc:sldMkLst>
        <pc:spChg chg="mod">
          <ac:chgData name="Jaime Lloret Cuñat" userId="S::jllocua@upv.edu.es::8d81fff1-60b5-4394-8911-1110806e8849" providerId="AD" clId="Web-{4DA49E76-E14B-A167-D930-AB56EE3405C9}" dt="2026-03-15T12:33:20.821" v="388" actId="20577"/>
          <ac:spMkLst>
            <pc:docMk/>
            <pc:sldMk cId="4293919368" sldId="304"/>
            <ac:spMk id="2" creationId="{CE585177-30B1-A14D-4488-39C78869979F}"/>
          </ac:spMkLst>
        </pc:spChg>
      </pc:sldChg>
      <pc:sldChg chg="addSp delSp modSp add">
        <pc:chgData name="Jaime Lloret Cuñat" userId="S::jllocua@upv.edu.es::8d81fff1-60b5-4394-8911-1110806e8849" providerId="AD" clId="Web-{4DA49E76-E14B-A167-D930-AB56EE3405C9}" dt="2026-03-15T12:30:51.455" v="295" actId="20577"/>
        <pc:sldMkLst>
          <pc:docMk/>
          <pc:sldMk cId="205901240" sldId="305"/>
        </pc:sldMkLst>
        <pc:spChg chg="add del mod">
          <ac:chgData name="Jaime Lloret Cuñat" userId="S::jllocua@upv.edu.es::8d81fff1-60b5-4394-8911-1110806e8849" providerId="AD" clId="Web-{4DA49E76-E14B-A167-D930-AB56EE3405C9}" dt="2026-03-15T12:30:51.455" v="295" actId="20577"/>
          <ac:spMkLst>
            <pc:docMk/>
            <pc:sldMk cId="205901240" sldId="305"/>
            <ac:spMk id="2" creationId="{7AAA80F0-150D-3DD4-0785-D4349323CADE}"/>
          </ac:spMkLst>
        </pc:spChg>
      </pc:sldChg>
      <pc:sldChg chg="modSp add">
        <pc:chgData name="Jaime Lloret Cuñat" userId="S::jllocua@upv.edu.es::8d81fff1-60b5-4394-8911-1110806e8849" providerId="AD" clId="Web-{4DA49E76-E14B-A167-D930-AB56EE3405C9}" dt="2026-03-15T12:28:43.218" v="206" actId="20577"/>
        <pc:sldMkLst>
          <pc:docMk/>
          <pc:sldMk cId="1576365203" sldId="306"/>
        </pc:sldMkLst>
        <pc:spChg chg="mod">
          <ac:chgData name="Jaime Lloret Cuñat" userId="S::jllocua@upv.edu.es::8d81fff1-60b5-4394-8911-1110806e8849" providerId="AD" clId="Web-{4DA49E76-E14B-A167-D930-AB56EE3405C9}" dt="2026-03-15T12:28:43.218" v="206" actId="20577"/>
          <ac:spMkLst>
            <pc:docMk/>
            <pc:sldMk cId="1576365203" sldId="306"/>
            <ac:spMk id="2" creationId="{D032DD9F-36D0-9A8B-7942-5CF04136A335}"/>
          </ac:spMkLst>
        </pc:spChg>
        <pc:spChg chg="mod">
          <ac:chgData name="Jaime Lloret Cuñat" userId="S::jllocua@upv.edu.es::8d81fff1-60b5-4394-8911-1110806e8849" providerId="AD" clId="Web-{4DA49E76-E14B-A167-D930-AB56EE3405C9}" dt="2026-03-15T12:28:34.202" v="205" actId="20577"/>
          <ac:spMkLst>
            <pc:docMk/>
            <pc:sldMk cId="1576365203" sldId="306"/>
            <ac:spMk id="16" creationId="{54539B79-86EF-7F1F-E539-41F55BFA34E2}"/>
          </ac:spMkLst>
        </pc:spChg>
      </pc:sldChg>
      <pc:sldChg chg="modSp add">
        <pc:chgData name="Jaime Lloret Cuñat" userId="S::jllocua@upv.edu.es::8d81fff1-60b5-4394-8911-1110806e8849" providerId="AD" clId="Web-{4DA49E76-E14B-A167-D930-AB56EE3405C9}" dt="2026-03-15T12:28:17.561" v="194" actId="20577"/>
        <pc:sldMkLst>
          <pc:docMk/>
          <pc:sldMk cId="962345041" sldId="307"/>
        </pc:sldMkLst>
        <pc:spChg chg="mod">
          <ac:chgData name="Jaime Lloret Cuñat" userId="S::jllocua@upv.edu.es::8d81fff1-60b5-4394-8911-1110806e8849" providerId="AD" clId="Web-{4DA49E76-E14B-A167-D930-AB56EE3405C9}" dt="2026-03-15T12:28:17.561" v="194" actId="20577"/>
          <ac:spMkLst>
            <pc:docMk/>
            <pc:sldMk cId="962345041" sldId="307"/>
            <ac:spMk id="2" creationId="{7BB2FBAB-E094-5557-D4ED-F3FFFD103C95}"/>
          </ac:spMkLst>
        </pc:spChg>
      </pc:sldChg>
      <pc:sldChg chg="modSp add">
        <pc:chgData name="Jaime Lloret Cuñat" userId="S::jllocua@upv.edu.es::8d81fff1-60b5-4394-8911-1110806e8849" providerId="AD" clId="Web-{4DA49E76-E14B-A167-D930-AB56EE3405C9}" dt="2026-03-15T11:59:21.990" v="96" actId="20577"/>
        <pc:sldMkLst>
          <pc:docMk/>
          <pc:sldMk cId="235666383" sldId="308"/>
        </pc:sldMkLst>
        <pc:spChg chg="mod">
          <ac:chgData name="Jaime Lloret Cuñat" userId="S::jllocua@upv.edu.es::8d81fff1-60b5-4394-8911-1110806e8849" providerId="AD" clId="Web-{4DA49E76-E14B-A167-D930-AB56EE3405C9}" dt="2026-03-15T11:59:21.990" v="96" actId="20577"/>
          <ac:spMkLst>
            <pc:docMk/>
            <pc:sldMk cId="235666383" sldId="308"/>
            <ac:spMk id="2" creationId="{FDE3A197-9508-F9F1-1FEB-FF883D78C151}"/>
          </ac:spMkLst>
        </pc:spChg>
      </pc:sldChg>
    </pc:docChg>
  </pc:docChgLst>
  <pc:docChgLst>
    <pc:chgData name="Jaime Lloret Cuñat" userId="S::jllocua@upv.edu.es::8d81fff1-60b5-4394-8911-1110806e8849" providerId="AD" clId="Web-{EC57672F-8476-60BD-12C6-6B6050CAD390}"/>
    <pc:docChg chg="modSld">
      <pc:chgData name="Jaime Lloret Cuñat" userId="S::jllocua@upv.edu.es::8d81fff1-60b5-4394-8911-1110806e8849" providerId="AD" clId="Web-{EC57672F-8476-60BD-12C6-6B6050CAD390}" dt="2026-03-10T22:41:18.901" v="333" actId="14100"/>
      <pc:docMkLst>
        <pc:docMk/>
      </pc:docMkLst>
      <pc:sldChg chg="modSp">
        <pc:chgData name="Jaime Lloret Cuñat" userId="S::jllocua@upv.edu.es::8d81fff1-60b5-4394-8911-1110806e8849" providerId="AD" clId="Web-{EC57672F-8476-60BD-12C6-6B6050CAD390}" dt="2026-03-10T22:12:59.757" v="14" actId="20577"/>
        <pc:sldMkLst>
          <pc:docMk/>
          <pc:sldMk cId="0" sldId="256"/>
        </pc:sldMkLst>
        <pc:spChg chg="mod">
          <ac:chgData name="Jaime Lloret Cuñat" userId="S::jllocua@upv.edu.es::8d81fff1-60b5-4394-8911-1110806e8849" providerId="AD" clId="Web-{EC57672F-8476-60BD-12C6-6B6050CAD390}" dt="2026-03-10T22:12:59.757" v="14" actId="20577"/>
          <ac:spMkLst>
            <pc:docMk/>
            <pc:sldMk cId="0" sldId="256"/>
            <ac:spMk id="4" creationId="{00000000-0000-0000-0000-000000000000}"/>
          </ac:spMkLst>
        </pc:spChg>
      </pc:sldChg>
      <pc:sldChg chg="modSp">
        <pc:chgData name="Jaime Lloret Cuñat" userId="S::jllocua@upv.edu.es::8d81fff1-60b5-4394-8911-1110806e8849" providerId="AD" clId="Web-{EC57672F-8476-60BD-12C6-6B6050CAD390}" dt="2026-03-10T22:38:05.694" v="86" actId="20577"/>
        <pc:sldMkLst>
          <pc:docMk/>
          <pc:sldMk cId="2900117438" sldId="292"/>
        </pc:sldMkLst>
        <pc:spChg chg="mod">
          <ac:chgData name="Jaime Lloret Cuñat" userId="S::jllocua@upv.edu.es::8d81fff1-60b5-4394-8911-1110806e8849" providerId="AD" clId="Web-{EC57672F-8476-60BD-12C6-6B6050CAD390}" dt="2026-03-10T22:38:05.694" v="86" actId="20577"/>
          <ac:spMkLst>
            <pc:docMk/>
            <pc:sldMk cId="2900117438" sldId="292"/>
            <ac:spMk id="2" creationId="{82A62DD6-5488-72A1-9926-0CAEE59089A9}"/>
          </ac:spMkLst>
        </pc:spChg>
      </pc:sldChg>
      <pc:sldChg chg="modSp">
        <pc:chgData name="Jaime Lloret Cuñat" userId="S::jllocua@upv.edu.es::8d81fff1-60b5-4394-8911-1110806e8849" providerId="AD" clId="Web-{EC57672F-8476-60BD-12C6-6B6050CAD390}" dt="2026-03-10T22:41:18.901" v="333" actId="14100"/>
        <pc:sldMkLst>
          <pc:docMk/>
          <pc:sldMk cId="3660438245" sldId="293"/>
        </pc:sldMkLst>
        <pc:spChg chg="mod">
          <ac:chgData name="Jaime Lloret Cuñat" userId="S::jllocua@upv.edu.es::8d81fff1-60b5-4394-8911-1110806e8849" providerId="AD" clId="Web-{EC57672F-8476-60BD-12C6-6B6050CAD390}" dt="2026-03-10T22:41:18.901" v="333" actId="14100"/>
          <ac:spMkLst>
            <pc:docMk/>
            <pc:sldMk cId="3660438245" sldId="293"/>
            <ac:spMk id="2" creationId="{FDE3A197-9508-F9F1-1FEB-FF883D78C151}"/>
          </ac:spMkLst>
        </pc:spChg>
      </pc:sldChg>
      <pc:sldChg chg="modSp">
        <pc:chgData name="Jaime Lloret Cuñat" userId="S::jllocua@upv.edu.es::8d81fff1-60b5-4394-8911-1110806e8849" providerId="AD" clId="Web-{EC57672F-8476-60BD-12C6-6B6050CAD390}" dt="2026-03-10T22:36:56.974" v="61" actId="20577"/>
        <pc:sldMkLst>
          <pc:docMk/>
          <pc:sldMk cId="4229117898" sldId="300"/>
        </pc:sldMkLst>
        <pc:spChg chg="mod">
          <ac:chgData name="Jaime Lloret Cuñat" userId="S::jllocua@upv.edu.es::8d81fff1-60b5-4394-8911-1110806e8849" providerId="AD" clId="Web-{EC57672F-8476-60BD-12C6-6B6050CAD390}" dt="2026-03-10T22:36:56.974" v="61" actId="20577"/>
          <ac:spMkLst>
            <pc:docMk/>
            <pc:sldMk cId="4229117898" sldId="300"/>
            <ac:spMk id="9" creationId="{F29963BF-B2EE-2D7B-1FF5-A211799F2EB5}"/>
          </ac:spMkLst>
        </pc:spChg>
      </pc:sldChg>
      <pc:sldChg chg="modSp">
        <pc:chgData name="Jaime Lloret Cuñat" userId="S::jllocua@upv.edu.es::8d81fff1-60b5-4394-8911-1110806e8849" providerId="AD" clId="Web-{EC57672F-8476-60BD-12C6-6B6050CAD390}" dt="2026-03-10T22:36:50.833" v="60" actId="20577"/>
        <pc:sldMkLst>
          <pc:docMk/>
          <pc:sldMk cId="405326462" sldId="301"/>
        </pc:sldMkLst>
        <pc:spChg chg="mod">
          <ac:chgData name="Jaime Lloret Cuñat" userId="S::jllocua@upv.edu.es::8d81fff1-60b5-4394-8911-1110806e8849" providerId="AD" clId="Web-{EC57672F-8476-60BD-12C6-6B6050CAD390}" dt="2026-03-10T22:36:50.833" v="60" actId="20577"/>
          <ac:spMkLst>
            <pc:docMk/>
            <pc:sldMk cId="405326462" sldId="301"/>
            <ac:spMk id="9" creationId="{67D0FB1C-BD6B-E84C-CA3E-2B92078C6BA6}"/>
          </ac:spMkLst>
        </pc:spChg>
      </pc:sldChg>
    </pc:docChg>
  </pc:docChgLst>
  <pc:docChgLst>
    <pc:chgData name="Jaime Lloret Cuñat" userId="S::jllocua@upv.edu.es::8d81fff1-60b5-4394-8911-1110806e8849" providerId="AD" clId="Web-{C6201911-86AE-02B4-48CE-EEC8C0AF3742}"/>
    <pc:docChg chg="modSld">
      <pc:chgData name="Jaime Lloret Cuñat" userId="S::jllocua@upv.edu.es::8d81fff1-60b5-4394-8911-1110806e8849" providerId="AD" clId="Web-{C6201911-86AE-02B4-48CE-EEC8C0AF3742}" dt="2026-03-15T12:43:46.778" v="814" actId="20577"/>
      <pc:docMkLst>
        <pc:docMk/>
      </pc:docMkLst>
      <pc:sldChg chg="modSp">
        <pc:chgData name="Jaime Lloret Cuñat" userId="S::jllocua@upv.edu.es::8d81fff1-60b5-4394-8911-1110806e8849" providerId="AD" clId="Web-{C6201911-86AE-02B4-48CE-EEC8C0AF3742}" dt="2026-03-15T12:37:06.197" v="306" actId="20577"/>
        <pc:sldMkLst>
          <pc:docMk/>
          <pc:sldMk cId="1543528198" sldId="303"/>
        </pc:sldMkLst>
        <pc:spChg chg="mod">
          <ac:chgData name="Jaime Lloret Cuñat" userId="S::jllocua@upv.edu.es::8d81fff1-60b5-4394-8911-1110806e8849" providerId="AD" clId="Web-{C6201911-86AE-02B4-48CE-EEC8C0AF3742}" dt="2026-03-15T12:37:06.197" v="306" actId="20577"/>
          <ac:spMkLst>
            <pc:docMk/>
            <pc:sldMk cId="1543528198" sldId="303"/>
            <ac:spMk id="2" creationId="{01FF8552-63FE-1D03-70B4-D05744AC0DAC}"/>
          </ac:spMkLst>
        </pc:spChg>
      </pc:sldChg>
      <pc:sldChg chg="modSp">
        <pc:chgData name="Jaime Lloret Cuñat" userId="S::jllocua@upv.edu.es::8d81fff1-60b5-4394-8911-1110806e8849" providerId="AD" clId="Web-{C6201911-86AE-02B4-48CE-EEC8C0AF3742}" dt="2026-03-15T12:35:29.459" v="25" actId="20577"/>
        <pc:sldMkLst>
          <pc:docMk/>
          <pc:sldMk cId="4293919368" sldId="304"/>
        </pc:sldMkLst>
        <pc:spChg chg="mod">
          <ac:chgData name="Jaime Lloret Cuñat" userId="S::jllocua@upv.edu.es::8d81fff1-60b5-4394-8911-1110806e8849" providerId="AD" clId="Web-{C6201911-86AE-02B4-48CE-EEC8C0AF3742}" dt="2026-03-15T12:35:29.459" v="25" actId="20577"/>
          <ac:spMkLst>
            <pc:docMk/>
            <pc:sldMk cId="4293919368" sldId="304"/>
            <ac:spMk id="2" creationId="{CE585177-30B1-A14D-4488-39C78869979F}"/>
          </ac:spMkLst>
        </pc:spChg>
      </pc:sldChg>
      <pc:sldChg chg="modSp">
        <pc:chgData name="Jaime Lloret Cuñat" userId="S::jllocua@upv.edu.es::8d81fff1-60b5-4394-8911-1110806e8849" providerId="AD" clId="Web-{C6201911-86AE-02B4-48CE-EEC8C0AF3742}" dt="2026-03-15T12:43:46.778" v="814" actId="20577"/>
        <pc:sldMkLst>
          <pc:docMk/>
          <pc:sldMk cId="205901240" sldId="305"/>
        </pc:sldMkLst>
        <pc:spChg chg="mod">
          <ac:chgData name="Jaime Lloret Cuñat" userId="S::jllocua@upv.edu.es::8d81fff1-60b5-4394-8911-1110806e8849" providerId="AD" clId="Web-{C6201911-86AE-02B4-48CE-EEC8C0AF3742}" dt="2026-03-15T12:43:46.778" v="814" actId="20577"/>
          <ac:spMkLst>
            <pc:docMk/>
            <pc:sldMk cId="205901240" sldId="305"/>
            <ac:spMk id="2" creationId="{7AAA80F0-150D-3DD4-0785-D4349323CADE}"/>
          </ac:spMkLst>
        </pc:spChg>
      </pc:sldChg>
      <pc:sldChg chg="delSp modSp">
        <pc:chgData name="Jaime Lloret Cuñat" userId="S::jllocua@upv.edu.es::8d81fff1-60b5-4394-8911-1110806e8849" providerId="AD" clId="Web-{C6201911-86AE-02B4-48CE-EEC8C0AF3742}" dt="2026-03-15T12:43:08.958" v="812" actId="20577"/>
        <pc:sldMkLst>
          <pc:docMk/>
          <pc:sldMk cId="1576365203" sldId="306"/>
        </pc:sldMkLst>
        <pc:spChg chg="mod">
          <ac:chgData name="Jaime Lloret Cuñat" userId="S::jllocua@upv.edu.es::8d81fff1-60b5-4394-8911-1110806e8849" providerId="AD" clId="Web-{C6201911-86AE-02B4-48CE-EEC8C0AF3742}" dt="2026-03-15T12:43:08.958" v="812" actId="20577"/>
          <ac:spMkLst>
            <pc:docMk/>
            <pc:sldMk cId="1576365203" sldId="306"/>
            <ac:spMk id="2" creationId="{D032DD9F-36D0-9A8B-7942-5CF04136A335}"/>
          </ac:spMkLst>
        </pc:spChg>
        <pc:spChg chg="del">
          <ac:chgData name="Jaime Lloret Cuñat" userId="S::jllocua@upv.edu.es::8d81fff1-60b5-4394-8911-1110806e8849" providerId="AD" clId="Web-{C6201911-86AE-02B4-48CE-EEC8C0AF3742}" dt="2026-03-15T12:38:17.371" v="307"/>
          <ac:spMkLst>
            <pc:docMk/>
            <pc:sldMk cId="1576365203" sldId="306"/>
            <ac:spMk id="7" creationId="{C2789239-B422-58BF-AB7F-8E0F30209E9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15/03/2026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61573-2A02-614D-3944-CBAE9A9F01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A04EC4-27B5-9677-FDDB-55F080EBD42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7F2E85-EC57-15F8-4F8A-0A470A9380B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4EB721E-2137-2FD8-CB12-43A3D4F26835}"/>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45897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F70B3-47D3-CDD0-7CA0-AD82F2AAB2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1322B7-A6A7-E88F-3DF9-2AC6A711354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D43213-7D0A-B97E-2554-F84EEA6E03B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6057AA1-12FE-822E-0516-18DBAFF6231D}"/>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821234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535C3-F563-DA81-1D50-CCEA600457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784361-681F-7F7E-5C36-857CAB017B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ECEE1A-8DEE-2AE6-45A5-EC2C81B8DF0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6074353-92CA-56F3-0853-5F95059C5BDE}"/>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098468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92BA-55F9-BB16-269F-93621AE286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380785-BEAE-0C0A-6B28-51C0FB061B2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75BF80-30E3-C89D-E3D0-09F52D39DA9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82BD534-AC54-A411-EA65-8E5FC901C58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861039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583E-D330-B382-22CD-1E04562AD1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E07898-F42B-E81A-0340-604D98EDDE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F1C95D-89A1-22CD-7354-7018516D569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E8EF073-CE2A-31B1-FA03-C22FC24EC0D6}"/>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025486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noProof="0" dirty="0" err="1">
                <a:latin typeface="Lucida Sans"/>
                <a:cs typeface="Lucida Sans"/>
              </a:rPr>
              <a:t>Lab</a:t>
            </a:r>
            <a:r>
              <a:rPr lang="es-ES" sz="3200" b="1" noProof="0" dirty="0">
                <a:latin typeface="Lucida Sans"/>
                <a:cs typeface="Lucida Sans"/>
              </a:rPr>
              <a:t> Book 1.0. </a:t>
            </a:r>
            <a:r>
              <a:rPr lang="es-ES" sz="3200" b="1" noProof="0" dirty="0" err="1">
                <a:latin typeface="Lucida Sans"/>
                <a:cs typeface="Lucida Sans"/>
              </a:rPr>
              <a:t>Waveguides</a:t>
            </a:r>
            <a:endParaRPr lang="es-ES" sz="3200" noProof="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nchor="t">
            <a:spAutoFit/>
          </a:bodyPr>
          <a:lstStyle/>
          <a:p>
            <a:pPr marL="12700">
              <a:spcBef>
                <a:spcPts val="100"/>
              </a:spcBef>
            </a:pPr>
            <a:r>
              <a:rPr lang="es-ES" spc="165" noProof="0" dirty="0" err="1">
                <a:latin typeface="Arial"/>
                <a:cs typeface="Arial"/>
              </a:rPr>
              <a:t>Student</a:t>
            </a:r>
            <a:r>
              <a:rPr lang="es-ES" spc="165" noProof="0" dirty="0">
                <a:latin typeface="Arial"/>
                <a:cs typeface="Arial"/>
              </a:rPr>
              <a:t>: Jaime Lloret </a:t>
            </a:r>
            <a:r>
              <a:rPr lang="es-ES" spc="165" noProof="0" dirty="0" err="1">
                <a:latin typeface="Arial"/>
                <a:cs typeface="Arial"/>
              </a:rPr>
              <a:t>Cuñat</a:t>
            </a:r>
            <a:r>
              <a:rPr lang="es-ES" spc="165" noProof="0" dirty="0">
                <a:latin typeface="Arial"/>
                <a:cs typeface="Arial"/>
              </a:rPr>
              <a:t> y Aina Perelló Roselló</a:t>
            </a:r>
            <a:endParaRPr lang="es-ES" sz="1800" noProof="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lang="es-ES" noProof="0" dirty="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noProof="0" smtClean="0"/>
              <a:t>1</a:t>
            </a:fld>
            <a:endParaRPr lang="es-ES"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noProof="0" dirty="0" err="1">
                <a:latin typeface="+mj-lt"/>
                <a:cs typeface="Lucida Sans"/>
              </a:rPr>
              <a:t>Instructions</a:t>
            </a:r>
            <a:br>
              <a:rPr lang="es-ES" sz="2400" spc="-5" noProof="0" dirty="0">
                <a:latin typeface="+mj-lt"/>
                <a:cs typeface="Lucida Sans"/>
              </a:rPr>
            </a:br>
            <a:r>
              <a:rPr lang="es-ES" b="0" spc="-5" noProof="0" dirty="0">
                <a:latin typeface="+mj-lt"/>
                <a:cs typeface="Lucida Sans"/>
              </a:rPr>
              <a:t>General</a:t>
            </a:r>
            <a:endParaRPr lang="es-ES" sz="2400" b="0" noProof="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noProof="0" smtClean="0"/>
              <a:t>2</a:t>
            </a:fld>
            <a:endParaRPr lang="es-ES" noProof="0" dirty="0"/>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 sz="2000" b="1" kern="0" noProof="0" dirty="0">
                <a:solidFill>
                  <a:sysClr val="windowText" lastClr="000000"/>
                </a:solidFill>
                <a:sym typeface="Wingdings" pitchFamily="2" charset="2"/>
              </a:rPr>
              <a:t>SCRIPTS</a:t>
            </a:r>
          </a:p>
          <a:p>
            <a:pPr marL="342900" indent="-342900" algn="just">
              <a:buFont typeface="Arial" panose="020B0604020202020204" pitchFamily="34" charset="0"/>
              <a:buChar char="•"/>
            </a:pPr>
            <a:r>
              <a:rPr lang="es-ES" kern="0" noProof="0" dirty="0" err="1">
                <a:solidFill>
                  <a:sysClr val="windowText" lastClr="000000"/>
                </a:solidFill>
                <a:sym typeface="Wingdings" pitchFamily="2" charset="2"/>
              </a:rPr>
              <a:t>From</a:t>
            </a:r>
            <a:r>
              <a:rPr lang="es-ES" kern="0" noProof="0" dirty="0">
                <a:solidFill>
                  <a:sysClr val="windowText" lastClr="000000"/>
                </a:solidFill>
                <a:sym typeface="Wingdings" pitchFamily="2" charset="2"/>
              </a:rPr>
              <a:t> 	GitHub  </a:t>
            </a:r>
          </a:p>
          <a:p>
            <a:pPr marL="800100" lvl="1" indent="-342900" algn="just">
              <a:buFont typeface="Arial" panose="020B0604020202020204" pitchFamily="34" charset="0"/>
              <a:buChar char="•"/>
            </a:pPr>
            <a:r>
              <a:rPr lang="es-ES" kern="0" noProof="0" dirty="0" err="1">
                <a:solidFill>
                  <a:sysClr val="windowText" lastClr="000000"/>
                </a:solidFill>
                <a:sym typeface="Wingdings" pitchFamily="2" charset="2"/>
              </a:rPr>
              <a:t>Fork</a:t>
            </a:r>
            <a:r>
              <a:rPr lang="es-ES" kern="0" noProof="0" dirty="0">
                <a:solidFill>
                  <a:sysClr val="windowText" lastClr="000000"/>
                </a:solidFill>
                <a:sym typeface="Wingdings" pitchFamily="2" charset="2"/>
              </a:rPr>
              <a:t>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https://github.com/cccanvas-upv/cifoin-lab1.git</a:t>
            </a:r>
          </a:p>
          <a:p>
            <a:pPr marL="800100" lvl="1" indent="-342900" algn="just">
              <a:buFont typeface="Arial" panose="020B0604020202020204" pitchFamily="34" charset="0"/>
              <a:buChar char="•"/>
            </a:pPr>
            <a:r>
              <a:rPr lang="es-ES" kern="0" noProof="0" dirty="0">
                <a:solidFill>
                  <a:sysClr val="windowText" lastClr="000000"/>
                </a:solidFill>
                <a:sym typeface="Wingdings" pitchFamily="2" charset="2"/>
              </a:rPr>
              <a:t>Clone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a:t>
            </a:r>
            <a:r>
              <a:rPr lang="es-ES" kern="0" noProof="0" dirty="0" err="1">
                <a:solidFill>
                  <a:sysClr val="windowText" lastClr="000000"/>
                </a:solidFill>
                <a:sym typeface="Wingdings" pitchFamily="2" charset="2"/>
              </a:rPr>
              <a:t>using</a:t>
            </a:r>
            <a:r>
              <a:rPr lang="es-ES" kern="0" noProof="0" dirty="0">
                <a:solidFill>
                  <a:sysClr val="windowText" lastClr="000000"/>
                </a:solidFill>
                <a:sym typeface="Wingdings" pitchFamily="2" charset="2"/>
              </a:rPr>
              <a:t> </a:t>
            </a:r>
            <a:r>
              <a:rPr lang="es-ES" kern="0" noProof="0" dirty="0" err="1">
                <a:solidFill>
                  <a:sysClr val="windowText" lastClr="000000"/>
                </a:solidFill>
                <a:sym typeface="Wingdings" pitchFamily="2" charset="2"/>
              </a:rPr>
              <a:t>VSCode</a:t>
            </a:r>
            <a:endParaRPr lang="es-ES" kern="0" noProof="0" dirty="0">
              <a:solidFill>
                <a:sysClr val="windowText" lastClr="000000"/>
              </a:solidFill>
              <a:sym typeface="Wingdings" pitchFamily="2" charset="2"/>
            </a:endParaRPr>
          </a:p>
          <a:p>
            <a:pPr marL="342900" indent="-342900" algn="just">
              <a:buFont typeface="Arial" panose="020B0604020202020204" pitchFamily="34" charset="0"/>
              <a:buChar char="•"/>
            </a:pPr>
            <a:r>
              <a:rPr lang="es-ES" kern="0" noProof="0" dirty="0">
                <a:solidFill>
                  <a:sysClr val="windowText" lastClr="000000"/>
                </a:solidFill>
              </a:rPr>
              <a:t>Run </a:t>
            </a:r>
            <a:r>
              <a:rPr lang="es-ES" kern="0" noProof="0" dirty="0" err="1">
                <a:solidFill>
                  <a:sysClr val="windowText" lastClr="000000"/>
                </a:solidFill>
              </a:rPr>
              <a:t>the</a:t>
            </a:r>
            <a:r>
              <a:rPr lang="es-ES" kern="0" noProof="0" dirty="0">
                <a:solidFill>
                  <a:sysClr val="windowText" lastClr="000000"/>
                </a:solidFill>
              </a:rPr>
              <a:t> </a:t>
            </a:r>
            <a:r>
              <a:rPr lang="es-ES" kern="0" noProof="0" dirty="0" err="1">
                <a:solidFill>
                  <a:sysClr val="windowText" lastClr="000000"/>
                </a:solidFill>
              </a:rPr>
              <a:t>Jupyter</a:t>
            </a:r>
            <a:r>
              <a:rPr lang="es-ES" kern="0" noProof="0" dirty="0">
                <a:solidFill>
                  <a:sysClr val="windowText" lastClr="000000"/>
                </a:solidFill>
              </a:rPr>
              <a:t> Notebook: </a:t>
            </a:r>
          </a:p>
          <a:p>
            <a:pPr marL="800100" lvl="1" indent="-342900" algn="just">
              <a:buFont typeface="Arial" panose="020B0604020202020204" pitchFamily="34" charset="0"/>
              <a:buChar char="•"/>
            </a:pPr>
            <a:r>
              <a:rPr lang="es-ES" kern="0" noProof="0" dirty="0" err="1">
                <a:solidFill>
                  <a:sysClr val="windowText" lastClr="000000"/>
                </a:solidFill>
              </a:rPr>
              <a:t>WAVEGUIDES_Student.ipynb</a:t>
            </a:r>
            <a:r>
              <a:rPr lang="es-ES" kern="0" noProof="0" dirty="0">
                <a:solidFill>
                  <a:sysClr val="windowText" lastClr="000000"/>
                </a:solidFill>
              </a:rPr>
              <a:t> </a:t>
            </a:r>
          </a:p>
          <a:p>
            <a:pPr algn="just"/>
            <a:endParaRPr lang="es-ES" sz="2000" b="1" i="1" u="sng" noProof="0" dirty="0"/>
          </a:p>
          <a:p>
            <a:pPr algn="just"/>
            <a:endParaRPr lang="es-ES" sz="2000" kern="0" noProof="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dirty="0"/>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noProof="0" dirty="0">
                <a:latin typeface="Calibri"/>
                <a:cs typeface="Calibri"/>
              </a:rPr>
              <a:t>h</a:t>
            </a:r>
          </a:p>
          <a:p>
            <a:pPr marR="5080" algn="ctr">
              <a:lnSpc>
                <a:spcPct val="100000"/>
              </a:lnSpc>
              <a:spcBef>
                <a:spcPts val="5"/>
              </a:spcBef>
            </a:pPr>
            <a:r>
              <a:rPr lang="es-ES" sz="1400" spc="-10" noProof="0" dirty="0">
                <a:latin typeface="Calibri"/>
                <a:cs typeface="Calibri"/>
              </a:rPr>
              <a:t>(</a:t>
            </a:r>
            <a:r>
              <a:rPr lang="es-ES" sz="1400" spc="-10" noProof="0" dirty="0" err="1">
                <a:latin typeface="Calibri"/>
                <a:cs typeface="Calibri"/>
              </a:rPr>
              <a:t>h</a:t>
            </a:r>
            <a:r>
              <a:rPr lang="es-ES" sz="1400" noProof="0" dirty="0" err="1">
                <a:latin typeface="Calibri"/>
                <a:cs typeface="Calibri"/>
              </a:rPr>
              <a:t>eig</a:t>
            </a:r>
            <a:r>
              <a:rPr lang="es-ES" sz="1400" spc="-25" noProof="0" dirty="0" err="1">
                <a:latin typeface="Calibri"/>
                <a:cs typeface="Calibri"/>
              </a:rPr>
              <a:t>h</a:t>
            </a:r>
            <a:r>
              <a:rPr lang="es-ES" sz="1400" spc="-5" noProof="0" dirty="0" err="1">
                <a:latin typeface="Calibri"/>
                <a:cs typeface="Calibri"/>
              </a:rPr>
              <a:t>t</a:t>
            </a:r>
            <a:r>
              <a:rPr lang="es-ES" sz="1400" noProof="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lang="es-ES" sz="1400" spc="5" noProof="0" dirty="0">
                <a:latin typeface="Calibri"/>
                <a:cs typeface="Calibri"/>
              </a:rPr>
              <a:t>W</a:t>
            </a:r>
            <a:r>
              <a:rPr lang="es-ES" sz="1400" spc="-65" noProof="0" dirty="0">
                <a:latin typeface="Calibri"/>
                <a:cs typeface="Calibri"/>
              </a:rPr>
              <a:t> </a:t>
            </a:r>
            <a:r>
              <a:rPr lang="es-ES" sz="1400" spc="-5" noProof="0" dirty="0">
                <a:latin typeface="Calibri"/>
                <a:cs typeface="Calibri"/>
              </a:rPr>
              <a:t>(</a:t>
            </a:r>
            <a:r>
              <a:rPr lang="es-ES" sz="1400" spc="-5" noProof="0" dirty="0" err="1">
                <a:latin typeface="Calibri"/>
                <a:cs typeface="Calibri"/>
              </a:rPr>
              <a:t>width</a:t>
            </a:r>
            <a:r>
              <a:rPr lang="es-ES" sz="1400" spc="-5" noProof="0" dirty="0">
                <a:latin typeface="Calibri"/>
                <a:cs typeface="Calibri"/>
              </a:rPr>
              <a:t>)</a:t>
            </a:r>
            <a:endParaRPr lang="es-ES" sz="1400" noProof="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Core</a:t>
            </a:r>
            <a:endParaRPr lang="es-ES" sz="1600" noProof="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lang="es-ES" sz="1600" b="1" spc="-10" noProof="0" dirty="0" err="1">
                <a:latin typeface="Calibri"/>
                <a:cs typeface="Calibri"/>
              </a:rPr>
              <a:t>Cladding</a:t>
            </a:r>
            <a:endParaRPr lang="es-ES" sz="1600" noProof="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dirty="0"/>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lang="es-ES" sz="1400" spc="5" noProof="0" dirty="0">
                <a:latin typeface="Calibri"/>
                <a:cs typeface="Calibri"/>
              </a:rPr>
              <a:t>W</a:t>
            </a:r>
            <a:r>
              <a:rPr lang="es-ES" sz="1400" spc="-65" noProof="0" dirty="0">
                <a:latin typeface="Calibri"/>
                <a:cs typeface="Calibri"/>
              </a:rPr>
              <a:t> </a:t>
            </a:r>
            <a:r>
              <a:rPr lang="es-ES" sz="1400" spc="-5" noProof="0" dirty="0">
                <a:latin typeface="Calibri"/>
                <a:cs typeface="Calibri"/>
              </a:rPr>
              <a:t>(</a:t>
            </a:r>
            <a:r>
              <a:rPr lang="es-ES" sz="1400" spc="-5" noProof="0" dirty="0" err="1">
                <a:latin typeface="Calibri"/>
                <a:cs typeface="Calibri"/>
              </a:rPr>
              <a:t>width</a:t>
            </a:r>
            <a:r>
              <a:rPr lang="es-ES" sz="1400" spc="-5" noProof="0" dirty="0">
                <a:latin typeface="Calibri"/>
                <a:cs typeface="Calibri"/>
              </a:rPr>
              <a:t>)</a:t>
            </a:r>
            <a:endParaRPr lang="es-ES" sz="1400" noProof="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Core</a:t>
            </a:r>
            <a:endParaRPr lang="es-ES" sz="1600" noProof="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lang="es-ES" sz="1600" b="1" spc="-10" noProof="0" dirty="0" err="1">
                <a:latin typeface="Calibri"/>
                <a:cs typeface="Calibri"/>
              </a:rPr>
              <a:t>Cladding</a:t>
            </a:r>
            <a:endParaRPr lang="es-ES" sz="1600" noProof="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nSpc>
                <a:spcPct val="100000"/>
              </a:lnSpc>
            </a:pPr>
            <a:r>
              <a:rPr lang="es-ES" sz="1600" b="1" spc="-10" noProof="0" dirty="0" err="1">
                <a:latin typeface="Calibri"/>
                <a:cs typeface="Calibri"/>
              </a:rPr>
              <a:t>Slab</a:t>
            </a:r>
            <a:endParaRPr lang="es-ES" sz="1600" noProof="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noProof="0" dirty="0" err="1">
                <a:latin typeface="Calibri"/>
                <a:cs typeface="Calibri"/>
              </a:rPr>
              <a:t>h_slab</a:t>
            </a:r>
            <a:endParaRPr lang="es-ES" sz="1400" noProof="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noProof="0" dirty="0" err="1">
                <a:latin typeface="Calibri"/>
                <a:cs typeface="Calibri"/>
              </a:rPr>
              <a:t>h_core</a:t>
            </a:r>
            <a:r>
              <a:rPr lang="es-ES" sz="1400" spc="-10" noProof="0" dirty="0">
                <a:latin typeface="Calibri"/>
                <a:cs typeface="Calibri"/>
              </a:rPr>
              <a:t> </a:t>
            </a:r>
            <a:endParaRPr lang="es-ES" sz="1400" noProof="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s-ES" b="1" noProof="0" dirty="0" err="1"/>
              <a:t>shallow</a:t>
            </a:r>
            <a:r>
              <a:rPr lang="es-ES" noProof="0" dirty="0"/>
              <a:t> </a:t>
            </a:r>
            <a:r>
              <a:rPr lang="es-ES" noProof="0" dirty="0" err="1"/>
              <a:t>waveguide</a:t>
            </a:r>
            <a:endParaRPr lang="es-ES" noProof="0"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s-ES" b="1" noProof="0" dirty="0" err="1"/>
              <a:t>deep</a:t>
            </a:r>
            <a:r>
              <a:rPr lang="es-ES" noProof="0" dirty="0"/>
              <a:t> </a:t>
            </a:r>
            <a:r>
              <a:rPr lang="es-ES" noProof="0" dirty="0" err="1"/>
              <a:t>waveguide</a:t>
            </a:r>
            <a:endParaRPr lang="es-ES" noProof="0" dirty="0"/>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 – </a:t>
            </a:r>
            <a:r>
              <a:rPr lang="es-ES" sz="2500" noProof="0" dirty="0" err="1"/>
              <a:t>Effective</a:t>
            </a:r>
            <a:r>
              <a:rPr lang="es-ES" sz="2500" noProof="0" dirty="0"/>
              <a:t> </a:t>
            </a:r>
            <a:r>
              <a:rPr lang="es-ES" sz="2500" noProof="0" dirty="0" err="1"/>
              <a:t>index</a:t>
            </a:r>
            <a:r>
              <a:rPr lang="es-ES" sz="2500" noProof="0" dirty="0"/>
              <a:t> </a:t>
            </a:r>
            <a:r>
              <a:rPr lang="es-ES" sz="2500" noProof="0" dirty="0" err="1"/>
              <a:t>of</a:t>
            </a:r>
            <a:r>
              <a:rPr lang="es-ES" sz="2500" noProof="0" dirty="0"/>
              <a:t> a </a:t>
            </a:r>
            <a:r>
              <a:rPr lang="es-ES" sz="2500" noProof="0" dirty="0" err="1"/>
              <a:t>waveguide</a:t>
            </a:r>
            <a:br>
              <a:rPr lang="es-ES" sz="2500" spc="-5" noProof="0" dirty="0">
                <a:latin typeface="+mj-lt"/>
                <a:cs typeface="Lucida Sans"/>
              </a:rPr>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noProof="0" smtClean="0"/>
              <a:t>3</a:t>
            </a:fld>
            <a:endParaRPr lang="es-ES"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sz="2000" b="1" noProof="0" dirty="0"/>
              <a:t>INSTRUCTOR:</a:t>
            </a:r>
          </a:p>
          <a:p>
            <a:pPr marL="342900" indent="-342900" algn="just">
              <a:buFont typeface="Arial" panose="020B0604020202020204" pitchFamily="34" charset="0"/>
              <a:buChar char="•"/>
            </a:pPr>
            <a:r>
              <a:rPr lang="es-ES" sz="2000" noProof="0" dirty="0" err="1"/>
              <a:t>Present</a:t>
            </a:r>
            <a:r>
              <a:rPr lang="es-ES" sz="2000" noProof="0" dirty="0"/>
              <a:t> Python and </a:t>
            </a:r>
            <a:r>
              <a:rPr lang="es-ES" sz="2000" noProof="0" dirty="0" err="1"/>
              <a:t>GDSFactory</a:t>
            </a:r>
            <a:r>
              <a:rPr lang="es-ES" sz="2000" noProof="0" dirty="0"/>
              <a:t>: </a:t>
            </a:r>
            <a:r>
              <a:rPr lang="es-ES" sz="2000" noProof="0" dirty="0" err="1"/>
              <a:t>materials</a:t>
            </a:r>
            <a:r>
              <a:rPr lang="es-ES" sz="2000" noProof="0" dirty="0"/>
              <a:t>, output, </a:t>
            </a:r>
            <a:r>
              <a:rPr lang="es-ES" sz="2000" noProof="0" dirty="0" err="1"/>
              <a:t>results</a:t>
            </a:r>
            <a:r>
              <a:rPr lang="es-ES" sz="2000" noProof="0" dirty="0"/>
              <a:t>.</a:t>
            </a:r>
          </a:p>
          <a:p>
            <a:pPr marL="342900" indent="-342900" algn="just">
              <a:buFont typeface="Arial" panose="020B0604020202020204" pitchFamily="34" charset="0"/>
              <a:buChar char="•"/>
            </a:pPr>
            <a:r>
              <a:rPr lang="es-ES" sz="2000" noProof="0" dirty="0" err="1"/>
              <a:t>Explain</a:t>
            </a:r>
            <a:r>
              <a:rPr lang="es-ES" sz="2000" noProof="0" dirty="0"/>
              <a:t> </a:t>
            </a:r>
            <a:r>
              <a:rPr lang="es-ES" sz="2000" noProof="0" dirty="0" err="1"/>
              <a:t>how</a:t>
            </a:r>
            <a:r>
              <a:rPr lang="es-ES" sz="2000" noProof="0" dirty="0"/>
              <a:t> </a:t>
            </a:r>
            <a:r>
              <a:rPr lang="es-ES" sz="2000" noProof="0" dirty="0" err="1"/>
              <a:t>to</a:t>
            </a:r>
            <a:r>
              <a:rPr lang="es-ES" sz="2000" noProof="0" dirty="0"/>
              <a:t> run a </a:t>
            </a:r>
            <a:r>
              <a:rPr lang="es-ES" sz="2000" noProof="0" dirty="0" err="1"/>
              <a:t>simulation</a:t>
            </a:r>
            <a:r>
              <a:rPr lang="es-ES" sz="2000" noProof="0" dirty="0"/>
              <a:t> </a:t>
            </a:r>
            <a:r>
              <a:rPr lang="es-ES" sz="2000" noProof="0" dirty="0" err="1"/>
              <a:t>for</a:t>
            </a:r>
            <a:r>
              <a:rPr lang="es-ES" sz="2000" noProof="0" dirty="0"/>
              <a:t> a particular </a:t>
            </a:r>
            <a:r>
              <a:rPr lang="es-ES" sz="2000" noProof="0" dirty="0" err="1"/>
              <a:t>cross-section</a:t>
            </a:r>
            <a:r>
              <a:rPr lang="es-ES" sz="2000" noProof="0" dirty="0"/>
              <a:t>. </a:t>
            </a:r>
          </a:p>
          <a:p>
            <a:pPr marL="342900" indent="-342900" algn="just">
              <a:buFont typeface="Arial" panose="020B0604020202020204" pitchFamily="34" charset="0"/>
              <a:buChar char="•"/>
            </a:pPr>
            <a:r>
              <a:rPr lang="es-ES" sz="2000" noProof="0" dirty="0" err="1"/>
              <a:t>Showcase</a:t>
            </a:r>
            <a:r>
              <a:rPr lang="es-ES" sz="2000" noProof="0" dirty="0"/>
              <a:t> </a:t>
            </a:r>
            <a:r>
              <a:rPr lang="es-ES" sz="2000" noProof="0" dirty="0" err="1"/>
              <a:t>how</a:t>
            </a:r>
            <a:r>
              <a:rPr lang="es-ES" sz="2000" noProof="0" dirty="0"/>
              <a:t> </a:t>
            </a:r>
            <a:r>
              <a:rPr lang="es-ES" sz="2000" noProof="0" dirty="0" err="1"/>
              <a:t>to</a:t>
            </a:r>
            <a:r>
              <a:rPr lang="es-ES" sz="2000" noProof="0" dirty="0"/>
              <a:t> </a:t>
            </a:r>
            <a:r>
              <a:rPr lang="es-ES" sz="2000" noProof="0" dirty="0" err="1"/>
              <a:t>change</a:t>
            </a:r>
            <a:r>
              <a:rPr lang="es-ES" sz="2000" noProof="0" dirty="0"/>
              <a:t> </a:t>
            </a:r>
            <a:r>
              <a:rPr lang="es-ES" sz="2000" noProof="0" dirty="0" err="1"/>
              <a:t>between</a:t>
            </a:r>
            <a:r>
              <a:rPr lang="es-ES" sz="2000" noProof="0" dirty="0"/>
              <a:t> </a:t>
            </a:r>
            <a:r>
              <a:rPr lang="es-ES" sz="2000" noProof="0" dirty="0" err="1"/>
              <a:t>shallow</a:t>
            </a:r>
            <a:r>
              <a:rPr lang="es-ES" sz="2000" noProof="0" dirty="0"/>
              <a:t> and </a:t>
            </a:r>
            <a:r>
              <a:rPr lang="es-ES" sz="2000" noProof="0" dirty="0" err="1"/>
              <a:t>deep</a:t>
            </a:r>
            <a:r>
              <a:rPr lang="es-ES" sz="2000" noProof="0" dirty="0"/>
              <a:t> </a:t>
            </a:r>
            <a:r>
              <a:rPr lang="es-ES" sz="2000" noProof="0" dirty="0" err="1"/>
              <a:t>waveguide</a:t>
            </a:r>
            <a:r>
              <a:rPr lang="es-ES" sz="2000" noProof="0" dirty="0"/>
              <a:t>.</a:t>
            </a:r>
          </a:p>
          <a:p>
            <a:pPr marL="342900" indent="-342900" algn="just">
              <a:buFont typeface="Arial" panose="020B0604020202020204" pitchFamily="34" charset="0"/>
              <a:buChar char="•"/>
            </a:pPr>
            <a:r>
              <a:rPr lang="es-ES" sz="2000" noProof="0" dirty="0"/>
              <a:t>Describe </a:t>
            </a:r>
            <a:r>
              <a:rPr lang="es-ES" sz="2000" noProof="0" dirty="0" err="1"/>
              <a:t>how</a:t>
            </a:r>
            <a:r>
              <a:rPr lang="es-ES" sz="2000" noProof="0" dirty="0"/>
              <a:t> </a:t>
            </a:r>
            <a:r>
              <a:rPr lang="es-ES" sz="2000" noProof="0" dirty="0" err="1"/>
              <a:t>to</a:t>
            </a:r>
            <a:r>
              <a:rPr lang="es-ES" sz="2000" noProof="0" dirty="0"/>
              <a:t> </a:t>
            </a:r>
            <a:r>
              <a:rPr lang="es-ES" sz="2000" noProof="0" dirty="0" err="1"/>
              <a:t>change</a:t>
            </a:r>
            <a:r>
              <a:rPr lang="es-ES" sz="2000" noProof="0" dirty="0"/>
              <a:t> </a:t>
            </a:r>
            <a:r>
              <a:rPr lang="es-ES" sz="2000" noProof="0" dirty="0" err="1"/>
              <a:t>the</a:t>
            </a:r>
            <a:r>
              <a:rPr lang="es-ES" sz="2000" noProof="0" dirty="0"/>
              <a:t> </a:t>
            </a:r>
            <a:r>
              <a:rPr lang="es-ES" sz="2000" noProof="0" dirty="0" err="1"/>
              <a:t>wavelength</a:t>
            </a:r>
            <a:r>
              <a:rPr lang="es-ES" sz="2000" noProof="0" dirty="0"/>
              <a:t> and </a:t>
            </a:r>
            <a:r>
              <a:rPr lang="es-ES" sz="2000" noProof="0" dirty="0" err="1"/>
              <a:t>width</a:t>
            </a:r>
            <a:r>
              <a:rPr lang="es-ES" sz="2000" noProof="0" dirty="0"/>
              <a:t> </a:t>
            </a:r>
            <a:r>
              <a:rPr lang="es-ES" sz="2000" noProof="0" dirty="0" err="1"/>
              <a:t>for</a:t>
            </a:r>
            <a:r>
              <a:rPr lang="es-ES" sz="2000" noProof="0" dirty="0"/>
              <a:t> </a:t>
            </a:r>
            <a:r>
              <a:rPr lang="es-ES" sz="2000" noProof="0" dirty="0" err="1"/>
              <a:t>the</a:t>
            </a:r>
            <a:r>
              <a:rPr lang="es-ES" sz="2000" noProof="0" dirty="0"/>
              <a:t> </a:t>
            </a:r>
            <a:r>
              <a:rPr lang="es-ES" sz="2000" noProof="0" dirty="0" err="1"/>
              <a:t>waveguide</a:t>
            </a:r>
            <a:r>
              <a:rPr lang="es-ES" sz="2000" noProof="0" dirty="0"/>
              <a:t> </a:t>
            </a:r>
            <a:r>
              <a:rPr lang="es-ES" sz="2000" noProof="0" dirty="0" err="1"/>
              <a:t>analysis</a:t>
            </a:r>
            <a:r>
              <a:rPr lang="es-ES" sz="2000" noProof="0" dirty="0"/>
              <a:t>.</a:t>
            </a:r>
          </a:p>
          <a:p>
            <a:pPr marL="342900" indent="-342900" algn="just">
              <a:buFont typeface="Arial" panose="020B0604020202020204" pitchFamily="34" charset="0"/>
              <a:buChar char="•"/>
            </a:pPr>
            <a:r>
              <a:rPr lang="es-ES" sz="2000" noProof="0" dirty="0"/>
              <a:t>Describe </a:t>
            </a:r>
            <a:r>
              <a:rPr lang="es-ES" sz="2000" noProof="0" dirty="0" err="1"/>
              <a:t>the</a:t>
            </a:r>
            <a:r>
              <a:rPr lang="es-ES" sz="2000" noProof="0" dirty="0"/>
              <a:t> outputs.</a:t>
            </a:r>
          </a:p>
          <a:p>
            <a:pPr marL="0" indent="0" algn="just">
              <a:buNone/>
            </a:pPr>
            <a:r>
              <a:rPr lang="es-ES" sz="2000" b="1" noProof="0" dirty="0"/>
              <a:t>ALL EXAMPLE #1: </a:t>
            </a:r>
            <a:r>
              <a:rPr lang="es-ES" sz="2000" noProof="0" dirty="0" err="1"/>
              <a:t>waveguide</a:t>
            </a:r>
            <a:r>
              <a:rPr lang="es-ES" sz="2000" noProof="0" dirty="0"/>
              <a:t> </a:t>
            </a:r>
            <a:r>
              <a:rPr lang="es-ES" sz="2000" noProof="0" dirty="0" err="1"/>
              <a:t>width</a:t>
            </a:r>
            <a:r>
              <a:rPr lang="es-ES" sz="2000" noProof="0" dirty="0"/>
              <a:t> 1.2 µm, </a:t>
            </a:r>
            <a:r>
              <a:rPr lang="es-ES" sz="2000" noProof="0" dirty="0" err="1"/>
              <a:t>deep</a:t>
            </a:r>
            <a:r>
              <a:rPr lang="es-ES" sz="2000" noProof="0" dirty="0"/>
              <a:t> </a:t>
            </a:r>
            <a:r>
              <a:rPr lang="es-ES" sz="2000" noProof="0" dirty="0" err="1"/>
              <a:t>wvg</a:t>
            </a:r>
            <a:r>
              <a:rPr lang="es-ES" sz="2000" noProof="0" dirty="0"/>
              <a:t>, </a:t>
            </a:r>
            <a:r>
              <a:rPr lang="es-ES" sz="2000" noProof="0" dirty="0" err="1"/>
              <a:t>wavelength</a:t>
            </a:r>
            <a:r>
              <a:rPr lang="es-ES" sz="2000" noProof="0" dirty="0"/>
              <a:t> </a:t>
            </a:r>
            <a:r>
              <a:rPr lang="es-ES" sz="2000" noProof="0" dirty="0" err="1"/>
              <a:t>start</a:t>
            </a:r>
            <a:r>
              <a:rPr lang="es-ES" sz="2000" noProof="0" dirty="0"/>
              <a:t> and </a:t>
            </a:r>
            <a:r>
              <a:rPr lang="es-ES" sz="2000" noProof="0" dirty="0" err="1"/>
              <a:t>end</a:t>
            </a:r>
            <a:r>
              <a:rPr lang="es-ES" sz="2000" noProof="0" dirty="0"/>
              <a:t> </a:t>
            </a:r>
            <a:r>
              <a:rPr lang="es-ES" sz="2000" noProof="0" dirty="0" err="1"/>
              <a:t>same</a:t>
            </a:r>
            <a:r>
              <a:rPr lang="es-ES" sz="2000" noProof="0" dirty="0"/>
              <a:t> 1.55 µm </a:t>
            </a:r>
            <a:r>
              <a:rPr lang="es-ES" sz="2000" noProof="0" dirty="0">
                <a:sym typeface="Wingdings" pitchFamily="2" charset="2"/>
              </a:rPr>
              <a:t> </a:t>
            </a:r>
            <a:r>
              <a:rPr lang="es-ES" sz="2000" noProof="0" dirty="0" err="1">
                <a:sym typeface="Wingdings" pitchFamily="2" charset="2"/>
              </a:rPr>
              <a:t>all</a:t>
            </a:r>
            <a:r>
              <a:rPr lang="es-ES" sz="2000" noProof="0" dirty="0">
                <a:sym typeface="Wingdings" pitchFamily="2" charset="2"/>
              </a:rPr>
              <a:t> ”Run”</a:t>
            </a:r>
            <a:endParaRPr lang="es-ES" sz="2000" noProof="0" dirty="0"/>
          </a:p>
          <a:p>
            <a:pPr marL="0" indent="0" algn="just">
              <a:buNone/>
            </a:pPr>
            <a:r>
              <a:rPr lang="es-ES" sz="2000" b="1" noProof="0" dirty="0"/>
              <a:t>ALL: </a:t>
            </a:r>
            <a:r>
              <a:rPr lang="es-ES" sz="2000" noProof="0" dirty="0" err="1"/>
              <a:t>Follow</a:t>
            </a:r>
            <a:r>
              <a:rPr lang="es-ES" sz="2000" b="1" noProof="0" dirty="0"/>
              <a:t> </a:t>
            </a:r>
            <a:r>
              <a:rPr lang="es-ES" sz="2000" noProof="0" dirty="0"/>
              <a:t>instructor, </a:t>
            </a:r>
            <a:r>
              <a:rPr lang="es-ES" sz="2000" noProof="0" dirty="0" err="1"/>
              <a:t>that</a:t>
            </a:r>
            <a:r>
              <a:rPr lang="es-ES" sz="2000" noProof="0" dirty="0"/>
              <a:t> </a:t>
            </a:r>
            <a:r>
              <a:rPr lang="es-ES" sz="2000" noProof="0" dirty="0" err="1"/>
              <a:t>will</a:t>
            </a:r>
            <a:r>
              <a:rPr lang="es-ES" sz="2000" noProof="0" dirty="0"/>
              <a:t> show </a:t>
            </a:r>
            <a:r>
              <a:rPr lang="es-ES" sz="2000" noProof="0" dirty="0" err="1"/>
              <a:t>how</a:t>
            </a:r>
            <a:r>
              <a:rPr lang="es-ES" sz="2000" noProof="0" dirty="0"/>
              <a:t> </a:t>
            </a:r>
            <a:r>
              <a:rPr lang="es-ES" sz="2000" noProof="0" dirty="0" err="1"/>
              <a:t>to</a:t>
            </a:r>
            <a:r>
              <a:rPr lang="es-ES" sz="2000" noProof="0" dirty="0"/>
              <a:t> 1) </a:t>
            </a:r>
            <a:r>
              <a:rPr lang="es-ES" sz="2000" noProof="0" dirty="0" err="1"/>
              <a:t>plot</a:t>
            </a:r>
            <a:r>
              <a:rPr lang="es-ES" sz="2000" noProof="0" dirty="0"/>
              <a:t> </a:t>
            </a:r>
            <a:r>
              <a:rPr lang="es-ES" sz="2000" noProof="0" dirty="0" err="1"/>
              <a:t>mode</a:t>
            </a:r>
            <a:r>
              <a:rPr lang="es-ES" sz="2000" noProof="0" dirty="0"/>
              <a:t>, 2) explore </a:t>
            </a:r>
            <a:r>
              <a:rPr lang="es-ES" sz="2000" noProof="0" dirty="0" err="1"/>
              <a:t>the</a:t>
            </a:r>
            <a:r>
              <a:rPr lang="es-ES" sz="2000" noProof="0" dirty="0"/>
              <a:t> </a:t>
            </a:r>
            <a:r>
              <a:rPr lang="es-ES" sz="2000" noProof="0" dirty="0" err="1"/>
              <a:t>results</a:t>
            </a:r>
            <a:r>
              <a:rPr lang="es-ES" sz="2000" noProof="0" dirty="0"/>
              <a:t> (</a:t>
            </a:r>
            <a:r>
              <a:rPr lang="es-ES" sz="2000" noProof="0" dirty="0" err="1"/>
              <a:t>neff</a:t>
            </a:r>
            <a:r>
              <a:rPr lang="es-ES" sz="2000" noProof="0" dirty="0"/>
              <a:t> …)</a:t>
            </a:r>
          </a:p>
          <a:p>
            <a:pPr algn="just"/>
            <a:endParaRPr lang="es-ES" sz="2000" b="1" i="1" noProof="0" dirty="0"/>
          </a:p>
          <a:p>
            <a:pPr algn="just"/>
            <a:endParaRPr lang="es-ES" sz="2000" kern="0" noProof="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Document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all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your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plot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fields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different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modes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comparison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between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different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polarizations</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2F92D-A0F4-35AD-F667-161CAA9758BF}"/>
              </a:ext>
            </a:extLst>
          </p:cNvPr>
          <p:cNvSpPr>
            <a:spLocks noGrp="1"/>
          </p:cNvSpPr>
          <p:nvPr>
            <p:ph type="title"/>
          </p:nvPr>
        </p:nvSpPr>
        <p:spPr>
          <a:xfrm>
            <a:off x="619760" y="446603"/>
            <a:ext cx="10991850" cy="307777"/>
          </a:xfrm>
        </p:spPr>
        <p:txBody>
          <a:bodyPr/>
          <a:lstStyle/>
          <a:p>
            <a:r>
              <a:rPr lang="es-ES" noProof="0" dirty="0" err="1"/>
              <a:t>Effective</a:t>
            </a:r>
            <a:r>
              <a:rPr lang="es-ES" noProof="0" dirty="0"/>
              <a:t> </a:t>
            </a:r>
            <a:r>
              <a:rPr lang="es-ES" noProof="0" dirty="0" err="1"/>
              <a:t>index</a:t>
            </a:r>
            <a:r>
              <a:rPr lang="es-ES" noProof="0" dirty="0"/>
              <a:t> </a:t>
            </a:r>
            <a:r>
              <a:rPr lang="es-ES" noProof="0" dirty="0" err="1"/>
              <a:t>of</a:t>
            </a:r>
            <a:r>
              <a:rPr lang="es-ES" noProof="0" dirty="0"/>
              <a:t> a </a:t>
            </a:r>
            <a:r>
              <a:rPr lang="es-ES" noProof="0" dirty="0" err="1"/>
              <a:t>waveguide</a:t>
            </a:r>
            <a:endParaRPr lang="es-ES" noProof="0" dirty="0"/>
          </a:p>
        </p:txBody>
      </p:sp>
      <p:sp>
        <p:nvSpPr>
          <p:cNvPr id="4" name="Marcador de pie de página 3">
            <a:extLst>
              <a:ext uri="{FF2B5EF4-FFF2-40B4-BE49-F238E27FC236}">
                <a16:creationId xmlns:a16="http://schemas.microsoft.com/office/drawing/2014/main" id="{D74904D0-E231-94A1-0571-29A2A8BDF6EA}"/>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7CDEBBBD-2429-30F1-14B1-AA5A34EEF928}"/>
              </a:ext>
            </a:extLst>
          </p:cNvPr>
          <p:cNvSpPr>
            <a:spLocks noGrp="1"/>
          </p:cNvSpPr>
          <p:nvPr>
            <p:ph type="sldNum" sz="quarter" idx="7"/>
          </p:nvPr>
        </p:nvSpPr>
        <p:spPr/>
        <p:txBody>
          <a:bodyPr/>
          <a:lstStyle/>
          <a:p>
            <a:fld id="{B6F15528-21DE-4FAA-801E-634DDDAF4B2B}" type="slidenum">
              <a:rPr lang="es-ES" noProof="0" smtClean="0"/>
              <a:t>4</a:t>
            </a:fld>
            <a:endParaRPr lang="es-ES" noProof="0" dirty="0"/>
          </a:p>
        </p:txBody>
      </p:sp>
      <p:pic>
        <p:nvPicPr>
          <p:cNvPr id="7" name="Imagen 6" descr="Gráfico, Gráfico de líneas&#10;&#10;El contenido generado por IA puede ser incorrecto.">
            <a:extLst>
              <a:ext uri="{FF2B5EF4-FFF2-40B4-BE49-F238E27FC236}">
                <a16:creationId xmlns:a16="http://schemas.microsoft.com/office/drawing/2014/main" id="{D76234DA-E03C-C83C-CFA4-0C89B1296A97}"/>
              </a:ext>
            </a:extLst>
          </p:cNvPr>
          <p:cNvPicPr>
            <a:picLocks noChangeAspect="1"/>
          </p:cNvPicPr>
          <p:nvPr/>
        </p:nvPicPr>
        <p:blipFill>
          <a:blip r:embed="rId2"/>
          <a:stretch>
            <a:fillRect/>
          </a:stretch>
        </p:blipFill>
        <p:spPr>
          <a:xfrm>
            <a:off x="152400" y="990600"/>
            <a:ext cx="3886200" cy="3027776"/>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8F86456A-E95E-76BB-01E7-2FD05229E061}"/>
              </a:ext>
            </a:extLst>
          </p:cNvPr>
          <p:cNvPicPr>
            <a:picLocks noChangeAspect="1"/>
          </p:cNvPicPr>
          <p:nvPr/>
        </p:nvPicPr>
        <p:blipFill>
          <a:blip r:embed="rId3"/>
          <a:stretch>
            <a:fillRect/>
          </a:stretch>
        </p:blipFill>
        <p:spPr>
          <a:xfrm>
            <a:off x="4000500" y="995776"/>
            <a:ext cx="3984931" cy="3052430"/>
          </a:xfrm>
          <a:prstGeom prst="rect">
            <a:avLst/>
          </a:prstGeom>
        </p:spPr>
      </p:pic>
      <p:pic>
        <p:nvPicPr>
          <p:cNvPr id="11" name="Imagen 10" descr="Gráfico, Gráfico de líneas&#10;&#10;El contenido generado por IA puede ser incorrecto.">
            <a:extLst>
              <a:ext uri="{FF2B5EF4-FFF2-40B4-BE49-F238E27FC236}">
                <a16:creationId xmlns:a16="http://schemas.microsoft.com/office/drawing/2014/main" id="{9CF95AB2-FDD4-C253-756E-ED3025095391}"/>
              </a:ext>
            </a:extLst>
          </p:cNvPr>
          <p:cNvPicPr>
            <a:picLocks noChangeAspect="1"/>
          </p:cNvPicPr>
          <p:nvPr/>
        </p:nvPicPr>
        <p:blipFill>
          <a:blip r:embed="rId4"/>
          <a:stretch>
            <a:fillRect/>
          </a:stretch>
        </p:blipFill>
        <p:spPr>
          <a:xfrm>
            <a:off x="7981950" y="1016331"/>
            <a:ext cx="4038600" cy="3052430"/>
          </a:xfrm>
          <a:prstGeom prst="rect">
            <a:avLst/>
          </a:prstGeom>
        </p:spPr>
      </p:pic>
      <p:sp>
        <p:nvSpPr>
          <p:cNvPr id="12" name="Marcador de texto 11">
            <a:extLst>
              <a:ext uri="{FF2B5EF4-FFF2-40B4-BE49-F238E27FC236}">
                <a16:creationId xmlns:a16="http://schemas.microsoft.com/office/drawing/2014/main" id="{5C5F6D42-6BE0-8234-2E64-CB71EA58FF3D}"/>
              </a:ext>
            </a:extLst>
          </p:cNvPr>
          <p:cNvSpPr txBox="1">
            <a:spLocks noGrp="1"/>
          </p:cNvSpPr>
          <p:nvPr>
            <p:ph type="body" idx="1"/>
          </p:nvPr>
        </p:nvSpPr>
        <p:spPr>
          <a:xfrm>
            <a:off x="152400" y="4495800"/>
            <a:ext cx="11868150" cy="1292662"/>
          </a:xfrm>
          <a:prstGeom prst="rect">
            <a:avLst/>
          </a:prstGeom>
          <a:solidFill>
            <a:schemeClr val="bg1">
              <a:lumMod val="95000"/>
            </a:schemeClr>
          </a:solidFill>
          <a:ln w="28575">
            <a:solidFill>
              <a:srgbClr val="E0700D"/>
            </a:solidFill>
          </a:ln>
        </p:spPr>
        <p:txBody>
          <a:bodyPr wrap="square" lIns="0" tIns="0" rIns="0" bIns="0" rtlCol="0" anchor="t">
            <a:spAutoFit/>
          </a:bodyPr>
          <a:lstStyle/>
          <a:p>
            <a:pPr algn="just"/>
            <a:r>
              <a:rPr lang="es-ES" sz="1200" noProof="0" dirty="0">
                <a:latin typeface="Arial"/>
                <a:cs typeface="Arial"/>
              </a:rPr>
              <a:t>Se observan los índices de refracción de los distintos materiales y como disminuyen a medida que aumentamos la longitud de onda. Esto se debe a que a medida que subimos en longitud de onda la luz va menos confinada por lo que el índice efectivo se acerca mas al de la cubierta. Se puede ver como el índice del dióxido de silicio es menor que el del silicio y que el del nitruro de silicio. </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30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980FE-AB2E-A38B-EDFF-AF88F6D070DE}"/>
              </a:ext>
            </a:extLst>
          </p:cNvPr>
          <p:cNvSpPr>
            <a:spLocks noGrp="1"/>
          </p:cNvSpPr>
          <p:nvPr>
            <p:ph type="title"/>
          </p:nvPr>
        </p:nvSpPr>
        <p:spPr>
          <a:xfrm>
            <a:off x="590550" y="492441"/>
            <a:ext cx="10991850" cy="307777"/>
          </a:xfrm>
        </p:spPr>
        <p:txBody>
          <a:bodyPr/>
          <a:lstStyle/>
          <a:p>
            <a:r>
              <a:rPr lang="es-ES" noProof="0" dirty="0"/>
              <a:t>Cross – </a:t>
            </a:r>
            <a:r>
              <a:rPr lang="es-ES" noProof="0" dirty="0" err="1"/>
              <a:t>Section</a:t>
            </a:r>
            <a:r>
              <a:rPr lang="es-ES" noProof="0" dirty="0"/>
              <a:t> </a:t>
            </a:r>
            <a:r>
              <a:rPr lang="es-ES" noProof="0" dirty="0" err="1"/>
              <a:t>Definition</a:t>
            </a:r>
            <a:endParaRPr lang="es-ES" noProof="0" dirty="0"/>
          </a:p>
        </p:txBody>
      </p:sp>
      <p:sp>
        <p:nvSpPr>
          <p:cNvPr id="4" name="Marcador de pie de página 3">
            <a:extLst>
              <a:ext uri="{FF2B5EF4-FFF2-40B4-BE49-F238E27FC236}">
                <a16:creationId xmlns:a16="http://schemas.microsoft.com/office/drawing/2014/main" id="{201C3491-5C6F-9AAF-8DFD-EB72DD211461}"/>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BC1B9F7D-D82D-C632-5E74-D5967C02FC8D}"/>
              </a:ext>
            </a:extLst>
          </p:cNvPr>
          <p:cNvSpPr>
            <a:spLocks noGrp="1"/>
          </p:cNvSpPr>
          <p:nvPr>
            <p:ph type="sldNum" sz="quarter" idx="7"/>
          </p:nvPr>
        </p:nvSpPr>
        <p:spPr/>
        <p:txBody>
          <a:bodyPr/>
          <a:lstStyle/>
          <a:p>
            <a:fld id="{B6F15528-21DE-4FAA-801E-634DDDAF4B2B}" type="slidenum">
              <a:rPr lang="es-ES" noProof="0" smtClean="0"/>
              <a:t>5</a:t>
            </a:fld>
            <a:endParaRPr lang="es-ES" noProof="0" dirty="0"/>
          </a:p>
        </p:txBody>
      </p:sp>
      <p:sp>
        <p:nvSpPr>
          <p:cNvPr id="8" name="Marcador de texto 11">
            <a:extLst>
              <a:ext uri="{FF2B5EF4-FFF2-40B4-BE49-F238E27FC236}">
                <a16:creationId xmlns:a16="http://schemas.microsoft.com/office/drawing/2014/main" id="{3C0E3F24-D85D-1188-3756-AC36117CFD8B}"/>
              </a:ext>
            </a:extLst>
          </p:cNvPr>
          <p:cNvSpPr txBox="1">
            <a:spLocks noGrp="1"/>
          </p:cNvSpPr>
          <p:nvPr>
            <p:ph type="body" idx="1"/>
          </p:nvPr>
        </p:nvSpPr>
        <p:spPr>
          <a:xfrm>
            <a:off x="635635" y="4876800"/>
            <a:ext cx="10991850" cy="1292662"/>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Se observa como en la guía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el material del núcleo está presente en toda la </a:t>
            </a:r>
            <a:r>
              <a:rPr lang="es-ES" sz="1200" noProof="0" dirty="0" err="1">
                <a:latin typeface="Arial" panose="020B0604020202020204" pitchFamily="34" charset="0"/>
                <a:cs typeface="Arial" panose="020B0604020202020204" pitchFamily="34" charset="0"/>
              </a:rPr>
              <a:t>cross-section</a:t>
            </a:r>
            <a:r>
              <a:rPr lang="es-ES" sz="1200" noProof="0" dirty="0">
                <a:latin typeface="Arial" panose="020B0604020202020204" pitchFamily="34" charset="0"/>
                <a:cs typeface="Arial" panose="020B0604020202020204" pitchFamily="34" charset="0"/>
              </a:rPr>
              <a:t> lo cual minimiza la rugosidad y por lo tanto las pérdidas a costa de reducir el confinamiento.</a:t>
            </a:r>
          </a:p>
          <a:p>
            <a:pPr algn="just"/>
            <a:endParaRPr lang="es-ES" sz="1200" noProof="0" dirty="0">
              <a:latin typeface="Arial" panose="020B0604020202020204" pitchFamily="34" charset="0"/>
              <a:cs typeface="Arial" panose="020B0604020202020204" pitchFamily="34" charset="0"/>
            </a:endParaRPr>
          </a:p>
          <a:p>
            <a:pPr algn="just"/>
            <a:endParaRPr lang="es-ES" sz="1200" u="sng"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pic>
        <p:nvPicPr>
          <p:cNvPr id="10" name="Imagen 9" descr="Gráfico, Histograma&#10;&#10;El contenido generado por IA puede ser incorrecto.">
            <a:extLst>
              <a:ext uri="{FF2B5EF4-FFF2-40B4-BE49-F238E27FC236}">
                <a16:creationId xmlns:a16="http://schemas.microsoft.com/office/drawing/2014/main" id="{FDD49A61-2F8F-3F40-1AB5-530882E4E632}"/>
              </a:ext>
            </a:extLst>
          </p:cNvPr>
          <p:cNvPicPr>
            <a:picLocks noChangeAspect="1"/>
          </p:cNvPicPr>
          <p:nvPr/>
        </p:nvPicPr>
        <p:blipFill>
          <a:blip r:embed="rId2"/>
          <a:stretch>
            <a:fillRect/>
          </a:stretch>
        </p:blipFill>
        <p:spPr>
          <a:xfrm>
            <a:off x="854710" y="909696"/>
            <a:ext cx="5276850" cy="3857625"/>
          </a:xfrm>
          <a:prstGeom prst="rect">
            <a:avLst/>
          </a:prstGeom>
        </p:spPr>
      </p:pic>
      <p:pic>
        <p:nvPicPr>
          <p:cNvPr id="12" name="Imagen 11" descr="Gráfico, Histograma&#10;&#10;El contenido generado por IA puede ser incorrecto.">
            <a:extLst>
              <a:ext uri="{FF2B5EF4-FFF2-40B4-BE49-F238E27FC236}">
                <a16:creationId xmlns:a16="http://schemas.microsoft.com/office/drawing/2014/main" id="{5380EB9B-C46C-8D93-202E-127564514E0A}"/>
              </a:ext>
            </a:extLst>
          </p:cNvPr>
          <p:cNvPicPr>
            <a:picLocks noChangeAspect="1"/>
          </p:cNvPicPr>
          <p:nvPr/>
        </p:nvPicPr>
        <p:blipFill>
          <a:blip r:embed="rId3"/>
          <a:stretch>
            <a:fillRect/>
          </a:stretch>
        </p:blipFill>
        <p:spPr>
          <a:xfrm>
            <a:off x="6305550" y="909696"/>
            <a:ext cx="5276850" cy="3857625"/>
          </a:xfrm>
          <a:prstGeom prst="rect">
            <a:avLst/>
          </a:prstGeom>
        </p:spPr>
      </p:pic>
    </p:spTree>
    <p:extLst>
      <p:ext uri="{BB962C8B-B14F-4D97-AF65-F5344CB8AC3E}">
        <p14:creationId xmlns:p14="http://schemas.microsoft.com/office/powerpoint/2010/main" val="2792105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4FACE5-F250-6A5B-77DE-BA2FFE520E55}"/>
              </a:ext>
            </a:extLst>
          </p:cNvPr>
          <p:cNvSpPr>
            <a:spLocks noGrp="1"/>
          </p:cNvSpPr>
          <p:nvPr>
            <p:ph type="title"/>
          </p:nvPr>
        </p:nvSpPr>
        <p:spPr>
          <a:xfrm>
            <a:off x="633412" y="334890"/>
            <a:ext cx="10991850" cy="307777"/>
          </a:xfrm>
        </p:spPr>
        <p:txBody>
          <a:bodyPr/>
          <a:lstStyle/>
          <a:p>
            <a:r>
              <a:rPr lang="es-ES" noProof="0" dirty="0" err="1"/>
              <a:t>Simulations</a:t>
            </a:r>
            <a:endParaRPr lang="es-ES" noProof="0" dirty="0"/>
          </a:p>
        </p:txBody>
      </p:sp>
      <p:sp>
        <p:nvSpPr>
          <p:cNvPr id="4" name="Marcador de pie de página 3">
            <a:extLst>
              <a:ext uri="{FF2B5EF4-FFF2-40B4-BE49-F238E27FC236}">
                <a16:creationId xmlns:a16="http://schemas.microsoft.com/office/drawing/2014/main" id="{80E61385-4512-F537-0973-5065869055A2}"/>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2B1F8346-0C1A-22BA-E91E-6719A37BC486}"/>
              </a:ext>
            </a:extLst>
          </p:cNvPr>
          <p:cNvSpPr>
            <a:spLocks noGrp="1"/>
          </p:cNvSpPr>
          <p:nvPr>
            <p:ph type="sldNum" sz="quarter" idx="7"/>
          </p:nvPr>
        </p:nvSpPr>
        <p:spPr/>
        <p:txBody>
          <a:bodyPr/>
          <a:lstStyle/>
          <a:p>
            <a:fld id="{B6F15528-21DE-4FAA-801E-634DDDAF4B2B}" type="slidenum">
              <a:rPr lang="es-ES" noProof="0" smtClean="0"/>
              <a:t>6</a:t>
            </a:fld>
            <a:endParaRPr lang="es-ES" noProof="0" dirty="0"/>
          </a:p>
        </p:txBody>
      </p:sp>
      <p:sp>
        <p:nvSpPr>
          <p:cNvPr id="7" name="Rectángulo 6">
            <a:extLst>
              <a:ext uri="{FF2B5EF4-FFF2-40B4-BE49-F238E27FC236}">
                <a16:creationId xmlns:a16="http://schemas.microsoft.com/office/drawing/2014/main" id="{A2769D8F-A40C-8BD4-0ADA-58299BB34CC8}"/>
              </a:ext>
            </a:extLst>
          </p:cNvPr>
          <p:cNvSpPr/>
          <p:nvPr/>
        </p:nvSpPr>
        <p:spPr>
          <a:xfrm>
            <a:off x="6316504"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Rectángulo 7">
            <a:extLst>
              <a:ext uri="{FF2B5EF4-FFF2-40B4-BE49-F238E27FC236}">
                <a16:creationId xmlns:a16="http://schemas.microsoft.com/office/drawing/2014/main" id="{33A81627-40A1-E382-15ED-2B3446C36B29}"/>
              </a:ext>
            </a:extLst>
          </p:cNvPr>
          <p:cNvSpPr/>
          <p:nvPr/>
        </p:nvSpPr>
        <p:spPr>
          <a:xfrm>
            <a:off x="590550"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9" name="Marcador de texto 11">
            <a:extLst>
              <a:ext uri="{FF2B5EF4-FFF2-40B4-BE49-F238E27FC236}">
                <a16:creationId xmlns:a16="http://schemas.microsoft.com/office/drawing/2014/main" id="{F29963BF-B2EE-2D7B-1FF5-A211799F2EB5}"/>
              </a:ext>
            </a:extLst>
          </p:cNvPr>
          <p:cNvSpPr txBox="1">
            <a:spLocks noGrp="1"/>
          </p:cNvSpPr>
          <p:nvPr>
            <p:ph type="body" idx="1"/>
          </p:nvPr>
        </p:nvSpPr>
        <p:spPr>
          <a:xfrm>
            <a:off x="609600" y="4609634"/>
            <a:ext cx="11039475" cy="1107996"/>
          </a:xfrm>
          <a:prstGeom prst="rect">
            <a:avLst/>
          </a:prstGeom>
          <a:solidFill>
            <a:schemeClr val="bg1">
              <a:lumMod val="95000"/>
            </a:schemeClr>
          </a:solidFill>
          <a:ln w="28575">
            <a:solidFill>
              <a:srgbClr val="E0700D"/>
            </a:solidFill>
          </a:ln>
        </p:spPr>
        <p:txBody>
          <a:bodyPr wrap="square" lIns="0" tIns="0" rIns="0" bIns="0" rtlCol="0" anchor="t">
            <a:spAutoFit/>
          </a:bodyPr>
          <a:lstStyle/>
          <a:p>
            <a:pPr algn="just"/>
            <a:r>
              <a:rPr lang="es-ES" sz="1200" noProof="0" dirty="0">
                <a:latin typeface="Arial"/>
                <a:cs typeface="Arial"/>
              </a:rPr>
              <a:t>Se observa la distribución de los campos en el eje correspondiente para cada modo (el TE y el TM).</a:t>
            </a:r>
            <a:endParaRPr lang="es-ES" sz="1200" noProof="0" dirty="0">
              <a:solidFill>
                <a:srgbClr val="000000"/>
              </a:solidFill>
              <a:latin typeface="Arial"/>
              <a:cs typeface="Arial"/>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pic>
        <p:nvPicPr>
          <p:cNvPr id="11" name="Imagen 10" descr="Gráfico&#10;&#10;El contenido generado por IA puede ser incorrecto.">
            <a:extLst>
              <a:ext uri="{FF2B5EF4-FFF2-40B4-BE49-F238E27FC236}">
                <a16:creationId xmlns:a16="http://schemas.microsoft.com/office/drawing/2014/main" id="{917E391B-405F-93D9-3A81-36628FB0F125}"/>
              </a:ext>
            </a:extLst>
          </p:cNvPr>
          <p:cNvPicPr>
            <a:picLocks noChangeAspect="1"/>
          </p:cNvPicPr>
          <p:nvPr/>
        </p:nvPicPr>
        <p:blipFill>
          <a:blip r:embed="rId2"/>
          <a:stretch>
            <a:fillRect/>
          </a:stretch>
        </p:blipFill>
        <p:spPr>
          <a:xfrm>
            <a:off x="1019825" y="809091"/>
            <a:ext cx="4665950" cy="3140233"/>
          </a:xfrm>
          <a:prstGeom prst="rect">
            <a:avLst/>
          </a:prstGeom>
        </p:spPr>
      </p:pic>
      <p:pic>
        <p:nvPicPr>
          <p:cNvPr id="13" name="Imagen 12" descr="Gráfico, Histograma&#10;&#10;El contenido generado por IA puede ser incorrecto.">
            <a:extLst>
              <a:ext uri="{FF2B5EF4-FFF2-40B4-BE49-F238E27FC236}">
                <a16:creationId xmlns:a16="http://schemas.microsoft.com/office/drawing/2014/main" id="{A88E70FF-70DA-DC4F-DE14-A9987F2B733A}"/>
              </a:ext>
            </a:extLst>
          </p:cNvPr>
          <p:cNvPicPr>
            <a:picLocks noChangeAspect="1"/>
          </p:cNvPicPr>
          <p:nvPr/>
        </p:nvPicPr>
        <p:blipFill>
          <a:blip r:embed="rId3"/>
          <a:stretch>
            <a:fillRect/>
          </a:stretch>
        </p:blipFill>
        <p:spPr>
          <a:xfrm>
            <a:off x="6620021" y="846220"/>
            <a:ext cx="4725535" cy="3180334"/>
          </a:xfrm>
          <a:prstGeom prst="rect">
            <a:avLst/>
          </a:prstGeom>
        </p:spPr>
      </p:pic>
    </p:spTree>
    <p:extLst>
      <p:ext uri="{BB962C8B-B14F-4D97-AF65-F5344CB8AC3E}">
        <p14:creationId xmlns:p14="http://schemas.microsoft.com/office/powerpoint/2010/main" val="4229117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D787-8808-2958-85A9-AD845BD4EB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AD8E1D-1841-0782-8064-113546D9040A}"/>
              </a:ext>
            </a:extLst>
          </p:cNvPr>
          <p:cNvSpPr>
            <a:spLocks noGrp="1"/>
          </p:cNvSpPr>
          <p:nvPr>
            <p:ph type="title"/>
          </p:nvPr>
        </p:nvSpPr>
        <p:spPr>
          <a:xfrm>
            <a:off x="629920" y="288863"/>
            <a:ext cx="10991850" cy="307777"/>
          </a:xfrm>
        </p:spPr>
        <p:txBody>
          <a:bodyPr/>
          <a:lstStyle/>
          <a:p>
            <a:r>
              <a:rPr lang="es-ES" noProof="0" dirty="0" err="1"/>
              <a:t>Simulations</a:t>
            </a:r>
            <a:endParaRPr lang="es-ES" noProof="0" dirty="0"/>
          </a:p>
        </p:txBody>
      </p:sp>
      <p:sp>
        <p:nvSpPr>
          <p:cNvPr id="4" name="Marcador de pie de página 3">
            <a:extLst>
              <a:ext uri="{FF2B5EF4-FFF2-40B4-BE49-F238E27FC236}">
                <a16:creationId xmlns:a16="http://schemas.microsoft.com/office/drawing/2014/main" id="{B6F677AD-2DCD-EFE7-3499-66AEF07DD63E}"/>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DD5F6A50-654C-F566-A909-25744FCA02FC}"/>
              </a:ext>
            </a:extLst>
          </p:cNvPr>
          <p:cNvSpPr>
            <a:spLocks noGrp="1"/>
          </p:cNvSpPr>
          <p:nvPr>
            <p:ph type="sldNum" sz="quarter" idx="7"/>
          </p:nvPr>
        </p:nvSpPr>
        <p:spPr/>
        <p:txBody>
          <a:bodyPr/>
          <a:lstStyle/>
          <a:p>
            <a:fld id="{B6F15528-21DE-4FAA-801E-634DDDAF4B2B}" type="slidenum">
              <a:rPr lang="es-ES" noProof="0" smtClean="0"/>
              <a:t>7</a:t>
            </a:fld>
            <a:endParaRPr lang="es-ES" noProof="0" dirty="0"/>
          </a:p>
        </p:txBody>
      </p:sp>
      <p:sp>
        <p:nvSpPr>
          <p:cNvPr id="7" name="Rectángulo 6">
            <a:extLst>
              <a:ext uri="{FF2B5EF4-FFF2-40B4-BE49-F238E27FC236}">
                <a16:creationId xmlns:a16="http://schemas.microsoft.com/office/drawing/2014/main" id="{3D3B4242-FF62-C435-A1CE-5619DF7DF227}"/>
              </a:ext>
            </a:extLst>
          </p:cNvPr>
          <p:cNvSpPr/>
          <p:nvPr/>
        </p:nvSpPr>
        <p:spPr>
          <a:xfrm>
            <a:off x="6316504"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Rectángulo 7">
            <a:extLst>
              <a:ext uri="{FF2B5EF4-FFF2-40B4-BE49-F238E27FC236}">
                <a16:creationId xmlns:a16="http://schemas.microsoft.com/office/drawing/2014/main" id="{16D54C77-AA98-D004-4222-DB524E73EDA3}"/>
              </a:ext>
            </a:extLst>
          </p:cNvPr>
          <p:cNvSpPr/>
          <p:nvPr/>
        </p:nvSpPr>
        <p:spPr>
          <a:xfrm>
            <a:off x="590550" y="783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9" name="Marcador de texto 11">
            <a:extLst>
              <a:ext uri="{FF2B5EF4-FFF2-40B4-BE49-F238E27FC236}">
                <a16:creationId xmlns:a16="http://schemas.microsoft.com/office/drawing/2014/main" id="{67D0FB1C-BD6B-E84C-CA3E-2B92078C6BA6}"/>
              </a:ext>
            </a:extLst>
          </p:cNvPr>
          <p:cNvSpPr txBox="1">
            <a:spLocks noGrp="1"/>
          </p:cNvSpPr>
          <p:nvPr>
            <p:ph type="body" idx="1"/>
          </p:nvPr>
        </p:nvSpPr>
        <p:spPr>
          <a:xfrm>
            <a:off x="609600" y="4609634"/>
            <a:ext cx="11039475" cy="1107996"/>
          </a:xfrm>
          <a:prstGeom prst="rect">
            <a:avLst/>
          </a:prstGeom>
          <a:solidFill>
            <a:schemeClr val="bg1">
              <a:lumMod val="95000"/>
            </a:schemeClr>
          </a:solidFill>
          <a:ln w="28575">
            <a:solidFill>
              <a:srgbClr val="E0700D"/>
            </a:solidFill>
          </a:ln>
        </p:spPr>
        <p:txBody>
          <a:bodyPr wrap="square" lIns="0" tIns="0" rIns="0" bIns="0" rtlCol="0" anchor="t">
            <a:spAutoFit/>
          </a:bodyPr>
          <a:lstStyle/>
          <a:p>
            <a:pPr algn="just"/>
            <a:r>
              <a:rPr lang="es-ES" sz="1200" noProof="0" dirty="0">
                <a:latin typeface="Arial"/>
                <a:cs typeface="Arial"/>
              </a:rPr>
              <a:t>Se observa la distribución de los campos en el eje correspondiente para cada modo (el TE y el TM).</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pic>
        <p:nvPicPr>
          <p:cNvPr id="6" name="Imagen 5" descr="Gráfico&#10;&#10;El contenido generado por IA puede ser incorrecto.">
            <a:extLst>
              <a:ext uri="{FF2B5EF4-FFF2-40B4-BE49-F238E27FC236}">
                <a16:creationId xmlns:a16="http://schemas.microsoft.com/office/drawing/2014/main" id="{EFE2F87C-39E5-B0E8-E8A6-99890C2CFDB5}"/>
              </a:ext>
            </a:extLst>
          </p:cNvPr>
          <p:cNvPicPr>
            <a:picLocks noChangeAspect="1"/>
          </p:cNvPicPr>
          <p:nvPr/>
        </p:nvPicPr>
        <p:blipFill>
          <a:blip r:embed="rId2"/>
          <a:stretch>
            <a:fillRect/>
          </a:stretch>
        </p:blipFill>
        <p:spPr>
          <a:xfrm>
            <a:off x="1012236" y="839604"/>
            <a:ext cx="4681127" cy="3173646"/>
          </a:xfrm>
          <a:prstGeom prst="rect">
            <a:avLst/>
          </a:prstGeom>
        </p:spPr>
      </p:pic>
      <p:pic>
        <p:nvPicPr>
          <p:cNvPr id="11" name="Imagen 10" descr="Gráfico, Histograma&#10;&#10;El contenido generado por IA puede ser incorrecto.">
            <a:extLst>
              <a:ext uri="{FF2B5EF4-FFF2-40B4-BE49-F238E27FC236}">
                <a16:creationId xmlns:a16="http://schemas.microsoft.com/office/drawing/2014/main" id="{AB2AD3DA-02DC-1D6F-EA6A-C22D79E9A213}"/>
              </a:ext>
            </a:extLst>
          </p:cNvPr>
          <p:cNvPicPr>
            <a:picLocks noChangeAspect="1"/>
          </p:cNvPicPr>
          <p:nvPr/>
        </p:nvPicPr>
        <p:blipFill>
          <a:blip r:embed="rId3"/>
          <a:stretch>
            <a:fillRect/>
          </a:stretch>
        </p:blipFill>
        <p:spPr>
          <a:xfrm>
            <a:off x="6522142" y="809124"/>
            <a:ext cx="4921293" cy="3244717"/>
          </a:xfrm>
          <a:prstGeom prst="rect">
            <a:avLst/>
          </a:prstGeom>
        </p:spPr>
      </p:pic>
    </p:spTree>
    <p:extLst>
      <p:ext uri="{BB962C8B-B14F-4D97-AF65-F5344CB8AC3E}">
        <p14:creationId xmlns:p14="http://schemas.microsoft.com/office/powerpoint/2010/main" val="40532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#2 – </a:t>
            </a:r>
            <a:r>
              <a:rPr lang="es-ES" sz="2500" noProof="0" dirty="0" err="1"/>
              <a:t>Wavelength</a:t>
            </a:r>
            <a:r>
              <a:rPr lang="es-ES" sz="2500" noProof="0" dirty="0"/>
              <a:t> </a:t>
            </a:r>
            <a:r>
              <a:rPr lang="es-ES" sz="2500" noProof="0" dirty="0" err="1"/>
              <a:t>behavior</a:t>
            </a:r>
            <a:br>
              <a:rPr lang="es-ES" sz="2500" spc="-5" noProof="0" dirty="0">
                <a:latin typeface="+mj-lt"/>
                <a:cs typeface="Lucida Sans"/>
              </a:rPr>
            </a:br>
            <a:r>
              <a:rPr lang="es-ES" b="0" noProof="0" dirty="0" err="1"/>
              <a:t>Wavelength</a:t>
            </a:r>
            <a:r>
              <a:rPr lang="es-ES" b="0" noProof="0" dirty="0"/>
              <a:t> 1.5-1.6 µm (step 0.01 µm) – </a:t>
            </a:r>
            <a:r>
              <a:rPr lang="es-ES" b="0" noProof="0" dirty="0" err="1"/>
              <a:t>width</a:t>
            </a:r>
            <a:r>
              <a:rPr lang="es-ES" b="0" noProof="0" dirty="0"/>
              <a:t> 1.2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noProof="0" smtClean="0"/>
              <a:t>8</a:t>
            </a:fld>
            <a:endParaRPr lang="es-ES" noProof="0" dirty="0"/>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Podemos observar como en la guía excavada hay dos modos que no se propagan ya que su índice efectivo se sitúa por debajo del índice del oxido de silicio. Esto no ocurre en la guía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donde se propagan todos los modos. En ambos gráficos se observa una tendencia donde el índice efectivo tiende a disminuir a medida que aumenta la longitud de onda lo cual tiene sentido ya que el modo viaja menos confinado haciendo que el índice efectivo se acerque mas al del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 o medio exterior.</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s-ES" b="1" noProof="0" dirty="0" err="1"/>
              <a:t>shallow</a:t>
            </a:r>
            <a:r>
              <a:rPr lang="es-ES" noProof="0" dirty="0"/>
              <a:t> </a:t>
            </a:r>
            <a:r>
              <a:rPr lang="es-ES" noProof="0" dirty="0" err="1"/>
              <a:t>waveguide</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pic>
        <p:nvPicPr>
          <p:cNvPr id="10" name="Imagen 9" descr="Gráfico, Gráfico de líneas&#10;&#10;El contenido generado por IA puede ser incorrecto.">
            <a:extLst>
              <a:ext uri="{FF2B5EF4-FFF2-40B4-BE49-F238E27FC236}">
                <a16:creationId xmlns:a16="http://schemas.microsoft.com/office/drawing/2014/main" id="{020F2DAB-BED8-AA7F-B258-FD5958CBA056}"/>
              </a:ext>
            </a:extLst>
          </p:cNvPr>
          <p:cNvPicPr>
            <a:picLocks noChangeAspect="1"/>
          </p:cNvPicPr>
          <p:nvPr/>
        </p:nvPicPr>
        <p:blipFill>
          <a:blip r:embed="rId5"/>
          <a:stretch>
            <a:fillRect/>
          </a:stretch>
        </p:blipFill>
        <p:spPr>
          <a:xfrm>
            <a:off x="6493739" y="1525911"/>
            <a:ext cx="5298773" cy="3090951"/>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724E2492-3C0D-F1B7-1F7E-32959819A536}"/>
              </a:ext>
            </a:extLst>
          </p:cNvPr>
          <p:cNvPicPr>
            <a:picLocks noChangeAspect="1"/>
          </p:cNvPicPr>
          <p:nvPr/>
        </p:nvPicPr>
        <p:blipFill>
          <a:blip r:embed="rId6"/>
          <a:stretch>
            <a:fillRect/>
          </a:stretch>
        </p:blipFill>
        <p:spPr>
          <a:xfrm>
            <a:off x="668389" y="1515228"/>
            <a:ext cx="5249035" cy="3061937"/>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#3 – </a:t>
            </a:r>
            <a:r>
              <a:rPr lang="es-ES" sz="2500" noProof="0" dirty="0" err="1"/>
              <a:t>Width</a:t>
            </a:r>
            <a:r>
              <a:rPr lang="es-ES" sz="2500" noProof="0" dirty="0"/>
              <a:t> </a:t>
            </a:r>
            <a:r>
              <a:rPr lang="es-ES" sz="2500" noProof="0" dirty="0" err="1"/>
              <a:t>dependence</a:t>
            </a:r>
            <a:br>
              <a:rPr lang="es-ES" sz="2500" spc="-5" noProof="0" dirty="0">
                <a:latin typeface="+mj-lt"/>
                <a:cs typeface="Lucida Sans"/>
              </a:rPr>
            </a:br>
            <a:r>
              <a:rPr lang="es-ES" b="0" noProof="0" dirty="0" err="1"/>
              <a:t>Width</a:t>
            </a:r>
            <a:r>
              <a:rPr lang="es-ES" b="0" noProof="0" dirty="0"/>
              <a:t> 0.6 - 1.6 µm (step 0.1 µm) – </a:t>
            </a:r>
            <a:r>
              <a:rPr lang="es-ES" b="0" noProof="0" dirty="0" err="1"/>
              <a:t>Wavelength</a:t>
            </a:r>
            <a:r>
              <a:rPr lang="es-ES" b="0" noProof="0" dirty="0"/>
              <a:t> 1.55 µm </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noProof="0" smtClean="0"/>
              <a:t>9</a:t>
            </a:fld>
            <a:endParaRPr lang="es-ES"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Se observa como el índice efectivo aumenta con la anchura de la guía. Esto se debe a que al hacer el núcleo mas ancho el modo está mas presente en el núcleo (es decir el modo va mas confinado) por lo que el índice efectivo se va pareciendo mas al del núcleo. Además, se observa como esto también causa que se vayan propagando mas modos, ya que en el grafico se observa como los modos 2 y 3 se empiezan a poder propagar para anchuras mas altas.</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Imagen 4" descr="Gráfico&#10;&#10;El contenido generado por IA puede ser incorrecto.">
            <a:extLst>
              <a:ext uri="{FF2B5EF4-FFF2-40B4-BE49-F238E27FC236}">
                <a16:creationId xmlns:a16="http://schemas.microsoft.com/office/drawing/2014/main" id="{9B7BF1F0-07F1-D336-B5D0-217E535E49E9}"/>
              </a:ext>
            </a:extLst>
          </p:cNvPr>
          <p:cNvPicPr>
            <a:picLocks noChangeAspect="1"/>
          </p:cNvPicPr>
          <p:nvPr/>
        </p:nvPicPr>
        <p:blipFill>
          <a:blip r:embed="rId5"/>
          <a:stretch>
            <a:fillRect/>
          </a:stretch>
        </p:blipFill>
        <p:spPr>
          <a:xfrm>
            <a:off x="3863314" y="1540933"/>
            <a:ext cx="5448326" cy="3171704"/>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#4 – </a:t>
            </a:r>
            <a:r>
              <a:rPr lang="es-ES" sz="2500" noProof="0" dirty="0" err="1"/>
              <a:t>Waveguide</a:t>
            </a:r>
            <a:r>
              <a:rPr lang="es-ES" sz="2500" noProof="0" dirty="0"/>
              <a:t> compact </a:t>
            </a:r>
            <a:r>
              <a:rPr lang="es-ES" sz="2500" noProof="0" dirty="0" err="1"/>
              <a:t>model</a:t>
            </a:r>
            <a:br>
              <a:rPr lang="es-ES" sz="2500" spc="-5" noProof="0" dirty="0">
                <a:latin typeface="+mj-lt"/>
                <a:cs typeface="Lucida Sans"/>
              </a:rPr>
            </a:br>
            <a:r>
              <a:rPr lang="es-ES" b="0" noProof="0" dirty="0"/>
              <a:t>- </a:t>
            </a:r>
            <a:r>
              <a:rPr lang="es-ES" b="0" noProof="0" dirty="0" err="1"/>
              <a:t>Find</a:t>
            </a:r>
            <a:r>
              <a:rPr lang="es-ES" b="0" noProof="0" dirty="0"/>
              <a:t> </a:t>
            </a:r>
            <a:r>
              <a:rPr lang="es-ES" b="0" noProof="0" dirty="0" err="1"/>
              <a:t>the</a:t>
            </a:r>
            <a:r>
              <a:rPr lang="es-ES" b="0" noProof="0" dirty="0"/>
              <a:t> compact </a:t>
            </a:r>
            <a:r>
              <a:rPr lang="es-ES" b="0" noProof="0" dirty="0" err="1"/>
              <a:t>models</a:t>
            </a:r>
            <a:r>
              <a:rPr lang="es-ES" b="0" noProof="0" dirty="0"/>
              <a:t> </a:t>
            </a:r>
            <a:r>
              <a:rPr lang="es-ES" b="0" noProof="0" dirty="0" err="1"/>
              <a:t>of</a:t>
            </a:r>
            <a:r>
              <a:rPr lang="es-ES" b="0" noProof="0" dirty="0"/>
              <a:t> </a:t>
            </a:r>
            <a:r>
              <a:rPr lang="es-ES" b="0" noProof="0" dirty="0" err="1"/>
              <a:t>the</a:t>
            </a:r>
            <a:r>
              <a:rPr lang="es-ES" b="0" noProof="0" dirty="0"/>
              <a:t> </a:t>
            </a:r>
            <a:r>
              <a:rPr lang="es-ES" b="0" noProof="0" dirty="0" err="1"/>
              <a:t>following</a:t>
            </a:r>
            <a:r>
              <a:rPr lang="es-ES" b="0" noProof="0" dirty="0"/>
              <a:t> </a:t>
            </a:r>
            <a:r>
              <a:rPr lang="es-ES" b="0" noProof="0" dirty="0" err="1"/>
              <a:t>waveguides</a:t>
            </a:r>
            <a:r>
              <a:rPr lang="es-ES" b="0" noProof="0" dirty="0"/>
              <a:t>: </a:t>
            </a:r>
            <a:br>
              <a:rPr lang="es-ES" b="0" noProof="0" dirty="0"/>
            </a:br>
            <a:r>
              <a:rPr lang="es-ES" noProof="0" dirty="0"/>
              <a:t>Deep</a:t>
            </a:r>
            <a:r>
              <a:rPr lang="es-ES" b="0" noProof="0" dirty="0"/>
              <a:t> </a:t>
            </a:r>
            <a:r>
              <a:rPr lang="es-ES" b="0" noProof="0" dirty="0" err="1"/>
              <a:t>waveguide</a:t>
            </a:r>
            <a:r>
              <a:rPr lang="es-ES" b="0" noProof="0" dirty="0"/>
              <a:t>, h=300nm, w=1.2um   - </a:t>
            </a:r>
            <a:r>
              <a:rPr lang="es-ES" noProof="0" dirty="0" err="1"/>
              <a:t>Shallow</a:t>
            </a:r>
            <a:r>
              <a:rPr lang="es-ES" b="0" noProof="0" dirty="0"/>
              <a:t> </a:t>
            </a:r>
            <a:r>
              <a:rPr lang="es-ES" b="0" noProof="0" dirty="0" err="1"/>
              <a:t>waveguide</a:t>
            </a:r>
            <a:r>
              <a:rPr lang="es-ES" b="0" noProof="0" dirty="0"/>
              <a:t>, </a:t>
            </a:r>
            <a:r>
              <a:rPr lang="es-ES" b="0" noProof="0" dirty="0" err="1"/>
              <a:t>core</a:t>
            </a:r>
            <a:r>
              <a:rPr lang="es-ES" b="0" noProof="0" dirty="0"/>
              <a:t> h=300nm, </a:t>
            </a:r>
            <a:r>
              <a:rPr lang="es-ES" b="0" noProof="0" dirty="0" err="1"/>
              <a:t>slab</a:t>
            </a:r>
            <a:r>
              <a:rPr lang="es-ES" b="0" noProof="0" dirty="0"/>
              <a:t> h=150 nm, w = 1.2um </a:t>
            </a:r>
            <a:br>
              <a:rPr lang="es-ES" b="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noProof="0" smtClean="0"/>
              <a:t>10</a:t>
            </a:fld>
            <a:endParaRPr lang="es-ES" noProof="0" dirty="0"/>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noProof="0" dirty="0"/>
              <a:t>LAB 1.0 WAVEGUIDES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Find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second-degree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polynomial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coefficients</a:t>
                </a:r>
                <a:r>
                  <a:rPr lang="es-ES" sz="1200" noProof="0" dirty="0">
                    <a:latin typeface="Arial" panose="020B0604020202020204" pitchFamily="34" charset="0"/>
                    <a:cs typeface="Arial" panose="020B0604020202020204" pitchFamily="34" charset="0"/>
                  </a:rPr>
                  <a:t> and relate </a:t>
                </a:r>
                <a:r>
                  <a:rPr lang="es-ES" sz="1200" noProof="0" dirty="0" err="1">
                    <a:latin typeface="Arial" panose="020B0604020202020204" pitchFamily="34" charset="0"/>
                    <a:cs typeface="Arial" panose="020B0604020202020204" pitchFamily="34" charset="0"/>
                  </a:rPr>
                  <a:t>them</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with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group</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index</a:t>
                </a:r>
                <a:r>
                  <a:rPr lang="es-ES" sz="1200" noProof="0" dirty="0">
                    <a:latin typeface="Arial" panose="020B0604020202020204" pitchFamily="34" charset="0"/>
                    <a:cs typeface="Arial" panose="020B0604020202020204" pitchFamily="34" charset="0"/>
                  </a:rPr>
                  <a:t> and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dispersion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parameter</a:t>
                </a:r>
                <a:r>
                  <a:rPr lang="es-ES" sz="1200" noProof="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s-ES" sz="1200" b="0" i="1" noProof="0" smtClean="0">
                            <a:latin typeface="Cambria Math" panose="02040503050406030204" pitchFamily="18" charset="0"/>
                            <a:cs typeface="Arial" panose="020B0604020202020204" pitchFamily="34" charset="0"/>
                          </a:rPr>
                        </m:ctrlPr>
                      </m:dPr>
                      <m:e>
                        <m:eqArr>
                          <m:eqArrPr>
                            <m:ctrlPr>
                              <a:rPr lang="es-ES" sz="1200" b="0" i="1" noProof="0" smtClean="0">
                                <a:latin typeface="Cambria Math" panose="02040503050406030204" pitchFamily="18" charset="0"/>
                                <a:cs typeface="Arial" panose="020B0604020202020204" pitchFamily="34" charset="0"/>
                              </a:rPr>
                            </m:ctrlPr>
                          </m:eqArrPr>
                          <m:e>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𝑒𝑓𝑓</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1</m:t>
                                </m:r>
                              </m:sub>
                            </m:sSub>
                          </m:e>
                          <m:e>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𝑔</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1</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2</m:t>
                                </m:r>
                              </m:sub>
                            </m:sSub>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𝜆</m:t>
                                </m:r>
                              </m:e>
                              <m:sub>
                                <m:r>
                                  <a:rPr lang="es-ES" sz="1200" b="0" i="1" noProof="0" smtClean="0">
                                    <a:latin typeface="Cambria Math" panose="02040503050406030204" pitchFamily="18" charset="0"/>
                                    <a:cs typeface="Arial" panose="020B0604020202020204" pitchFamily="34" charset="0"/>
                                  </a:rPr>
                                  <m:t>0</m:t>
                                </m:r>
                              </m:sub>
                            </m:sSub>
                          </m:e>
                          <m:e>
                            <m:r>
                              <a:rPr lang="es-ES" sz="1200" b="0" i="1" noProof="0" smtClean="0">
                                <a:latin typeface="Cambria Math" panose="02040503050406030204" pitchFamily="18" charset="0"/>
                                <a:cs typeface="Arial" panose="020B0604020202020204" pitchFamily="34" charset="0"/>
                              </a:rPr>
                              <m:t>𝐷</m:t>
                            </m:r>
                            <m:r>
                              <a:rPr lang="es-ES" sz="1200" b="0" i="1" noProof="0" smtClean="0">
                                <a:latin typeface="Cambria Math" panose="02040503050406030204" pitchFamily="18" charset="0"/>
                                <a:cs typeface="Arial" panose="020B0604020202020204" pitchFamily="34" charset="0"/>
                              </a:rPr>
                              <m:t>=−</m:t>
                            </m:r>
                            <m:f>
                              <m:fPr>
                                <m:ctrlPr>
                                  <a:rPr lang="es-ES" sz="1200" b="0" i="1" noProof="0" smtClean="0">
                                    <a:latin typeface="Cambria Math" panose="02040503050406030204" pitchFamily="18" charset="0"/>
                                    <a:cs typeface="Arial" panose="020B0604020202020204" pitchFamily="34" charset="0"/>
                                  </a:rPr>
                                </m:ctrlPr>
                              </m:fPr>
                              <m:num>
                                <m:r>
                                  <a:rPr lang="es-ES" sz="1200" b="0" i="1" noProof="0" smtClean="0">
                                    <a:latin typeface="Cambria Math" panose="02040503050406030204" pitchFamily="18" charset="0"/>
                                    <a:cs typeface="Arial" panose="020B0604020202020204" pitchFamily="34" charset="0"/>
                                  </a:rPr>
                                  <m:t>2</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𝜆</m:t>
                                    </m:r>
                                  </m:e>
                                  <m:sub>
                                    <m:r>
                                      <a:rPr lang="es-ES" sz="1200" b="0" i="1" noProof="0" smtClean="0">
                                        <a:latin typeface="Cambria Math" panose="02040503050406030204" pitchFamily="18" charset="0"/>
                                        <a:cs typeface="Arial" panose="020B0604020202020204" pitchFamily="34" charset="0"/>
                                      </a:rPr>
                                      <m:t>0</m:t>
                                    </m:r>
                                  </m:sub>
                                </m:sSub>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3</m:t>
                                    </m:r>
                                  </m:sub>
                                </m:sSub>
                              </m:num>
                              <m:den>
                                <m:r>
                                  <a:rPr lang="es-ES" sz="1200" b="0" i="1" noProof="0" smtClean="0">
                                    <a:latin typeface="Cambria Math" panose="02040503050406030204" pitchFamily="18" charset="0"/>
                                    <a:cs typeface="Arial" panose="020B0604020202020204" pitchFamily="34" charset="0"/>
                                  </a:rPr>
                                  <m:t>𝑐</m:t>
                                </m:r>
                              </m:den>
                            </m:f>
                            <m:d>
                              <m:dPr>
                                <m:begChr m:val="["/>
                                <m:endChr m:val="]"/>
                                <m:ctrlPr>
                                  <a:rPr lang="es-ES" sz="1200" b="0" i="1" noProof="0" smtClean="0">
                                    <a:latin typeface="Cambria Math" panose="02040503050406030204" pitchFamily="18" charset="0"/>
                                    <a:cs typeface="Arial" panose="020B0604020202020204" pitchFamily="34" charset="0"/>
                                  </a:rPr>
                                </m:ctrlPr>
                              </m:dPr>
                              <m:e>
                                <m:f>
                                  <m:fPr>
                                    <m:ctrlPr>
                                      <a:rPr lang="es-ES" sz="1200" b="0" i="1" noProof="0" smtClean="0">
                                        <a:latin typeface="Cambria Math" panose="02040503050406030204" pitchFamily="18" charset="0"/>
                                        <a:cs typeface="Arial" panose="020B0604020202020204" pitchFamily="34" charset="0"/>
                                      </a:rPr>
                                    </m:ctrlPr>
                                  </m:fPr>
                                  <m:num>
                                    <m:sSup>
                                      <m:sSupPr>
                                        <m:ctrlPr>
                                          <a:rPr lang="es-ES" sz="1200" b="0" i="1" noProof="0" smtClean="0">
                                            <a:latin typeface="Cambria Math" panose="02040503050406030204" pitchFamily="18" charset="0"/>
                                            <a:cs typeface="Arial" panose="020B0604020202020204" pitchFamily="34" charset="0"/>
                                          </a:rPr>
                                        </m:ctrlPr>
                                      </m:sSupPr>
                                      <m:e>
                                        <m:r>
                                          <a:rPr lang="es-ES" sz="1200" b="0" i="1" noProof="0" smtClean="0">
                                            <a:latin typeface="Cambria Math" panose="02040503050406030204" pitchFamily="18" charset="0"/>
                                            <a:cs typeface="Arial" panose="020B0604020202020204" pitchFamily="34" charset="0"/>
                                          </a:rPr>
                                          <m:t>𝑠</m:t>
                                        </m:r>
                                      </m:e>
                                      <m:sup>
                                        <m:r>
                                          <a:rPr lang="es-ES" sz="1200" b="0" i="1" noProof="0" smtClean="0">
                                            <a:latin typeface="Cambria Math" panose="02040503050406030204" pitchFamily="18" charset="0"/>
                                            <a:cs typeface="Arial" panose="020B0604020202020204" pitchFamily="34" charset="0"/>
                                          </a:rPr>
                                          <m:t>2</m:t>
                                        </m:r>
                                      </m:sup>
                                    </m:sSup>
                                  </m:num>
                                  <m:den>
                                    <m:r>
                                      <a:rPr lang="es-ES" sz="1200" b="0" i="1" noProof="0" smtClean="0">
                                        <a:latin typeface="Cambria Math" panose="02040503050406030204" pitchFamily="18" charset="0"/>
                                        <a:cs typeface="Arial" panose="020B0604020202020204" pitchFamily="34" charset="0"/>
                                      </a:rPr>
                                      <m:t>𝑚</m:t>
                                    </m:r>
                                  </m:den>
                                </m:f>
                              </m:e>
                            </m:d>
                          </m:e>
                        </m:eqArr>
                      </m:e>
                    </m:d>
                  </m:oMath>
                </a14:m>
                <a:endParaRPr lang="es-ES" sz="1200" b="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 </a:t>
                </a:r>
              </a:p>
              <a:p>
                <a:pPr algn="just"/>
                <a:r>
                  <a:rPr lang="es-ES" sz="1200" noProof="0" dirty="0" err="1">
                    <a:latin typeface="Arial" panose="020B0604020202020204" pitchFamily="34" charset="0"/>
                    <a:cs typeface="Arial" panose="020B0604020202020204" pitchFamily="34" charset="0"/>
                  </a:rPr>
                  <a:t>Comment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found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TE0 and TM0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both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and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waveguides</a:t>
                </a:r>
                <a:r>
                  <a:rPr lang="es-ES" sz="1200" noProof="0" dirty="0">
                    <a:latin typeface="Arial" panose="020B0604020202020204" pitchFamily="34" charset="0"/>
                    <a:cs typeface="Arial" panose="020B0604020202020204" pitchFamily="34" charset="0"/>
                  </a:rPr>
                  <a:t>. </a:t>
                </a:r>
              </a:p>
              <a:p>
                <a:pPr algn="just"/>
                <a:endParaRPr lang="es-ES" sz="1200" noProof="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361911"/>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s-ES" sz="1200" b="1" noProof="0" dirty="0" err="1">
                <a:solidFill>
                  <a:schemeClr val="tx1"/>
                </a:solidFill>
                <a:latin typeface="Arial" panose="020B0604020202020204" pitchFamily="34" charset="0"/>
                <a:cs typeface="Arial" panose="020B0604020202020204" pitchFamily="34" charset="0"/>
              </a:rPr>
              <a:t>slab</a:t>
            </a:r>
            <a:r>
              <a:rPr lang="es-ES" sz="1200" b="1" noProof="0" dirty="0">
                <a:solidFill>
                  <a:schemeClr val="tx1"/>
                </a:solidFill>
                <a:latin typeface="Arial" panose="020B0604020202020204" pitchFamily="34" charset="0"/>
                <a:cs typeface="Arial" panose="020B0604020202020204" pitchFamily="34" charset="0"/>
              </a:rPr>
              <a:t>: 150nm</a:t>
            </a:r>
            <a:endParaRPr lang="es-ES" sz="1200" noProof="0" dirty="0">
              <a:solidFill>
                <a:schemeClr val="tx1"/>
              </a:solidFill>
              <a:latin typeface="Arial" panose="020B0604020202020204" pitchFamily="34" charset="0"/>
              <a:cs typeface="Arial" panose="020B060402020202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4E4F7EC1-CABB-61FE-0960-FBD28D7D01CA}"/>
              </a:ext>
            </a:extLst>
          </p:cNvPr>
          <p:cNvPicPr>
            <a:picLocks noChangeAspect="1"/>
          </p:cNvPicPr>
          <p:nvPr/>
        </p:nvPicPr>
        <p:blipFill>
          <a:blip r:embed="rId6"/>
          <a:stretch>
            <a:fillRect/>
          </a:stretch>
        </p:blipFill>
        <p:spPr>
          <a:xfrm>
            <a:off x="657780" y="1982877"/>
            <a:ext cx="5389880" cy="2235873"/>
          </a:xfrm>
          <a:prstGeom prst="rect">
            <a:avLst/>
          </a:prstGeom>
        </p:spPr>
      </p:pic>
      <p:pic>
        <p:nvPicPr>
          <p:cNvPr id="12" name="Imagen 11" descr="Gráfico, Gráfico de líneas, Gráfico de dispersión&#10;&#10;El contenido generado por IA puede ser incorrecto.">
            <a:extLst>
              <a:ext uri="{FF2B5EF4-FFF2-40B4-BE49-F238E27FC236}">
                <a16:creationId xmlns:a16="http://schemas.microsoft.com/office/drawing/2014/main" id="{EFE58786-BE23-984D-A03D-F2B7DD469498}"/>
              </a:ext>
            </a:extLst>
          </p:cNvPr>
          <p:cNvPicPr>
            <a:picLocks noChangeAspect="1"/>
          </p:cNvPicPr>
          <p:nvPr/>
        </p:nvPicPr>
        <p:blipFill>
          <a:blip r:embed="rId7"/>
          <a:stretch>
            <a:fillRect/>
          </a:stretch>
        </p:blipFill>
        <p:spPr>
          <a:xfrm>
            <a:off x="6347361" y="1982877"/>
            <a:ext cx="5409198" cy="2243886"/>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E408-ED6D-CC81-F82A-21E1DD29AFAD}"/>
              </a:ext>
            </a:extLst>
          </p:cNvPr>
          <p:cNvSpPr>
            <a:spLocks noGrp="1"/>
          </p:cNvSpPr>
          <p:nvPr>
            <p:ph type="title"/>
          </p:nvPr>
        </p:nvSpPr>
        <p:spPr/>
        <p:txBody>
          <a:bodyPr wrap="square" lIns="0" tIns="0" rIns="0" bIns="0" anchor="t">
            <a:spAutoFit/>
          </a:bodyPr>
          <a:lstStyle/>
          <a:p>
            <a:r>
              <a:rPr lang="es-ES" noProof="0" dirty="0" err="1">
                <a:ea typeface="Calibri"/>
              </a:rPr>
              <a:t>Polynomial</a:t>
            </a:r>
            <a:r>
              <a:rPr lang="es-ES" noProof="0" dirty="0">
                <a:ea typeface="Calibri"/>
              </a:rPr>
              <a:t> </a:t>
            </a:r>
            <a:r>
              <a:rPr lang="es-ES" noProof="0" dirty="0" err="1">
                <a:ea typeface="Calibri"/>
              </a:rPr>
              <a:t>coefficients</a:t>
            </a:r>
            <a:r>
              <a:rPr lang="es-ES" noProof="0" dirty="0">
                <a:ea typeface="Calibri"/>
              </a:rPr>
              <a:t> and </a:t>
            </a:r>
            <a:r>
              <a:rPr lang="es-ES" noProof="0" dirty="0" err="1">
                <a:ea typeface="Calibri"/>
              </a:rPr>
              <a:t>dispersion</a:t>
            </a:r>
            <a:r>
              <a:rPr lang="es-ES" noProof="0" dirty="0">
                <a:ea typeface="Calibri"/>
              </a:rPr>
              <a:t> </a:t>
            </a:r>
            <a:r>
              <a:rPr lang="es-ES" noProof="0" dirty="0" err="1">
                <a:ea typeface="Calibri"/>
              </a:rPr>
              <a:t>parameters</a:t>
            </a:r>
            <a:endParaRPr lang="es-ES" noProof="0" dirty="0"/>
          </a:p>
        </p:txBody>
      </p:sp>
      <p:sp>
        <p:nvSpPr>
          <p:cNvPr id="4" name="Footer Placeholder 3">
            <a:extLst>
              <a:ext uri="{FF2B5EF4-FFF2-40B4-BE49-F238E27FC236}">
                <a16:creationId xmlns:a16="http://schemas.microsoft.com/office/drawing/2014/main" id="{9A7FD2DA-1B53-E6B3-14FF-3CF6A0BEFA8B}"/>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Slide Number Placeholder 4">
            <a:extLst>
              <a:ext uri="{FF2B5EF4-FFF2-40B4-BE49-F238E27FC236}">
                <a16:creationId xmlns:a16="http://schemas.microsoft.com/office/drawing/2014/main" id="{9EE47BCD-C0CF-7EC4-7627-9E38174B4DA7}"/>
              </a:ext>
            </a:extLst>
          </p:cNvPr>
          <p:cNvSpPr>
            <a:spLocks noGrp="1"/>
          </p:cNvSpPr>
          <p:nvPr>
            <p:ph type="sldNum" sz="quarter" idx="7"/>
          </p:nvPr>
        </p:nvSpPr>
        <p:spPr/>
        <p:txBody>
          <a:bodyPr/>
          <a:lstStyle/>
          <a:p>
            <a:fld id="{B6F15528-21DE-4FAA-801E-634DDDAF4B2B}" type="slidenum">
              <a:rPr lang="es-ES" noProof="0" smtClean="0"/>
              <a:t>11</a:t>
            </a:fld>
            <a:endParaRPr lang="es-ES" noProof="0" dirty="0"/>
          </a:p>
        </p:txBody>
      </p:sp>
      <p:sp>
        <p:nvSpPr>
          <p:cNvPr id="7" name="CuadroTexto 1">
            <a:extLst>
              <a:ext uri="{FF2B5EF4-FFF2-40B4-BE49-F238E27FC236}">
                <a16:creationId xmlns:a16="http://schemas.microsoft.com/office/drawing/2014/main" id="{A22CD000-FD87-CAD2-1691-D2577CA70CA8}"/>
              </a:ext>
            </a:extLst>
          </p:cNvPr>
          <p:cNvSpPr txBox="1"/>
          <p:nvPr/>
        </p:nvSpPr>
        <p:spPr>
          <a:xfrm>
            <a:off x="600271" y="2058865"/>
            <a:ext cx="11175521" cy="2308324"/>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Se observan los parámetros obtenidos. La parte imaginaria se puede ignorar ya que resulta ser extremadamente pequeña La dispersión calculada es  de unos 1000 </a:t>
            </a:r>
            <a:r>
              <a:rPr lang="es-ES" sz="1200" noProof="0" dirty="0" err="1">
                <a:latin typeface="Arial"/>
                <a:cs typeface="Arial"/>
              </a:rPr>
              <a:t>ps</a:t>
            </a:r>
            <a:r>
              <a:rPr lang="es-ES" sz="1200" noProof="0" dirty="0">
                <a:latin typeface="Arial"/>
                <a:cs typeface="Arial"/>
              </a:rPr>
              <a:t>/km*nm. </a:t>
            </a:r>
          </a:p>
          <a:p>
            <a:pPr algn="just"/>
            <a:r>
              <a:rPr lang="es-ES" sz="1200" noProof="0" dirty="0">
                <a:latin typeface="Arial"/>
                <a:cs typeface="Arial"/>
              </a:rPr>
              <a:t>Mediante n2 y n3 que son las derivadas primera y segunda respectivamente con respecto a lambda acabamos obteniendo una aproximación mediante la serie de Taylor para el índice efectivo. De esta forma podemos comparar esta relación graficándola y viendo si se obtiene algo similar a lo obtenido al principio de la práctica.</a:t>
            </a:r>
          </a:p>
          <a:p>
            <a:pPr algn="just"/>
            <a:endParaRPr lang="es-ES" sz="1200" noProof="0" dirty="0">
              <a:latin typeface="Arial"/>
              <a:cs typeface="Arial"/>
            </a:endParaRPr>
          </a:p>
          <a:p>
            <a:pPr algn="just"/>
            <a:r>
              <a:rPr lang="es-ES" sz="1200" noProof="0" dirty="0">
                <a:latin typeface="Arial"/>
                <a:cs typeface="Arial"/>
              </a:rPr>
              <a:t>En los gráficos de la página anterior se observan los gráficos obtenidos que al compararlos con los del principio vemos que se obtienen valores similares. Se mantiene la relación inversa entre el índice efectivo y lambda (lo cual ya se ha explicado previamente porque pasa) y los valores de corte a los distintos valores de lambda son muy similares a antes. </a:t>
            </a:r>
          </a:p>
          <a:p>
            <a:pPr algn="just"/>
            <a:endParaRPr lang="es-ES" sz="1200" noProof="0" dirty="0">
              <a:latin typeface="Arial"/>
              <a:cs typeface="Arial"/>
            </a:endParaRPr>
          </a:p>
          <a:p>
            <a:pPr algn="just"/>
            <a:r>
              <a:rPr lang="es-ES" sz="1200" noProof="0" dirty="0">
                <a:latin typeface="Arial"/>
                <a:cs typeface="Arial"/>
              </a:rPr>
              <a:t>Recordemos que la serie de Taylor no deja de ser una aproximación y que las derivadas se han calculado asumiendo una relación lineal por lo que claramente se podría mejorar mucho lo obtenido, especialmente usando un delta lambda menor para computar las derivadas.</a:t>
            </a:r>
            <a:endParaRPr lang="es-ES" noProof="0" dirty="0">
              <a:ea typeface="Calibri"/>
              <a:cs typeface="Calibri"/>
            </a:endParaRPr>
          </a:p>
        </p:txBody>
      </p:sp>
      <p:pic>
        <p:nvPicPr>
          <p:cNvPr id="8" name="Picture 7" descr="A screenshot of a phone&#10;&#10;AI-generated content may be incorrect.">
            <a:extLst>
              <a:ext uri="{FF2B5EF4-FFF2-40B4-BE49-F238E27FC236}">
                <a16:creationId xmlns:a16="http://schemas.microsoft.com/office/drawing/2014/main" id="{F43C41CD-93AA-D583-4E34-4FCD7511EFAA}"/>
              </a:ext>
            </a:extLst>
          </p:cNvPr>
          <p:cNvPicPr>
            <a:picLocks noChangeAspect="1"/>
          </p:cNvPicPr>
          <p:nvPr/>
        </p:nvPicPr>
        <p:blipFill>
          <a:blip r:embed="rId2"/>
          <a:stretch>
            <a:fillRect/>
          </a:stretch>
        </p:blipFill>
        <p:spPr>
          <a:xfrm>
            <a:off x="945776" y="1090612"/>
            <a:ext cx="10289241" cy="620247"/>
          </a:xfrm>
          <a:prstGeom prst="rect">
            <a:avLst/>
          </a:prstGeom>
        </p:spPr>
      </p:pic>
    </p:spTree>
    <p:extLst>
      <p:ext uri="{BB962C8B-B14F-4D97-AF65-F5344CB8AC3E}">
        <p14:creationId xmlns:p14="http://schemas.microsoft.com/office/powerpoint/2010/main" val="598349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#5 – Bend </a:t>
            </a:r>
            <a:r>
              <a:rPr lang="es-ES" sz="2500" noProof="0" dirty="0" err="1"/>
              <a:t>waveguide</a:t>
            </a:r>
            <a:r>
              <a:rPr lang="es-ES" sz="2500" noProof="0" dirty="0"/>
              <a:t> </a:t>
            </a:r>
            <a:r>
              <a:rPr lang="es-ES" sz="2500" noProof="0" dirty="0" err="1"/>
              <a:t>radius</a:t>
            </a:r>
            <a:r>
              <a:rPr lang="es-ES" sz="2500" noProof="0" dirty="0"/>
              <a:t> vs. </a:t>
            </a:r>
            <a:r>
              <a:rPr lang="es-ES" sz="2500" noProof="0" dirty="0" err="1"/>
              <a:t>loss</a:t>
            </a:r>
            <a:r>
              <a:rPr lang="es-ES" sz="2500" noProof="0" dirty="0"/>
              <a:t> – </a:t>
            </a:r>
            <a:r>
              <a:rPr lang="es-ES" sz="2500" noProof="0" dirty="0" err="1"/>
              <a:t>deep</a:t>
            </a:r>
            <a:br>
              <a:rPr lang="es-ES" sz="2500" noProof="0" dirty="0"/>
            </a:br>
            <a:r>
              <a:rPr lang="es-ES" b="0" noProof="0" dirty="0" err="1"/>
              <a:t>Find</a:t>
            </a:r>
            <a:r>
              <a:rPr lang="es-ES" b="0" noProof="0" dirty="0"/>
              <a:t>  neff_TE0 </a:t>
            </a:r>
            <a:r>
              <a:rPr lang="es-ES" b="0" noProof="0" dirty="0" err="1"/>
              <a:t>for</a:t>
            </a:r>
            <a:r>
              <a:rPr lang="es-ES" b="0" noProof="0" dirty="0"/>
              <a:t> </a:t>
            </a:r>
            <a:r>
              <a:rPr lang="es-ES" b="0" noProof="0" dirty="0" err="1"/>
              <a:t>wvl</a:t>
            </a:r>
            <a:r>
              <a:rPr lang="es-ES" b="0" noProof="0" dirty="0"/>
              <a:t> 1.55 µm, </a:t>
            </a:r>
            <a:r>
              <a:rPr lang="es-ES" b="0" noProof="0" dirty="0" err="1"/>
              <a:t>width</a:t>
            </a:r>
            <a:r>
              <a:rPr lang="es-ES" b="0" noProof="0" dirty="0"/>
              <a:t> 1.2 µm </a:t>
            </a:r>
            <a:r>
              <a:rPr lang="es-ES" b="0" noProof="0" dirty="0" err="1"/>
              <a:t>for</a:t>
            </a:r>
            <a:r>
              <a:rPr lang="es-ES" b="0" noProof="0" dirty="0"/>
              <a:t> R=25,50,75,100, 125,150 µm</a:t>
            </a: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12</a:t>
            </a:fld>
            <a:endParaRPr lang="es-ES" noProof="0" dirty="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Se observa como al aumentar el radio las perdidas se reducen ya que se consigue una mejor adaptación.</a:t>
            </a:r>
            <a:endParaRPr lang="es-ES" sz="1200" noProof="0" dirty="0">
              <a:latin typeface="Arial" panose="020B0604020202020204" pitchFamily="34" charset="0"/>
              <a:cs typeface="Arial" panose="020B0604020202020204" pitchFamily="34" charset="0"/>
            </a:endParaRPr>
          </a:p>
          <a:p>
            <a:pPr algn="just"/>
            <a:endParaRPr lang="es-ES" sz="1200" u="sng"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6" name="Imagen 5">
            <a:extLst>
              <a:ext uri="{FF2B5EF4-FFF2-40B4-BE49-F238E27FC236}">
                <a16:creationId xmlns:a16="http://schemas.microsoft.com/office/drawing/2014/main" id="{6B5FD68D-638D-9477-AB9A-A7502515AE55}"/>
              </a:ext>
            </a:extLst>
          </p:cNvPr>
          <p:cNvPicPr>
            <a:picLocks noChangeAspect="1"/>
          </p:cNvPicPr>
          <p:nvPr/>
        </p:nvPicPr>
        <p:blipFill>
          <a:blip r:embed="rId5"/>
          <a:stretch>
            <a:fillRect/>
          </a:stretch>
        </p:blipFill>
        <p:spPr>
          <a:xfrm>
            <a:off x="1143000" y="1484448"/>
            <a:ext cx="4776535" cy="3149275"/>
          </a:xfrm>
          <a:prstGeom prst="rect">
            <a:avLst/>
          </a:prstGeom>
        </p:spPr>
      </p:pic>
      <p:pic>
        <p:nvPicPr>
          <p:cNvPr id="10" name="Imagen 9">
            <a:extLst>
              <a:ext uri="{FF2B5EF4-FFF2-40B4-BE49-F238E27FC236}">
                <a16:creationId xmlns:a16="http://schemas.microsoft.com/office/drawing/2014/main" id="{2B773595-3553-8696-6AE4-055213F3DAFD}"/>
              </a:ext>
            </a:extLst>
          </p:cNvPr>
          <p:cNvPicPr>
            <a:picLocks noChangeAspect="1"/>
          </p:cNvPicPr>
          <p:nvPr/>
        </p:nvPicPr>
        <p:blipFill>
          <a:blip r:embed="rId6"/>
          <a:stretch>
            <a:fillRect/>
          </a:stretch>
        </p:blipFill>
        <p:spPr>
          <a:xfrm>
            <a:off x="7292339" y="1546447"/>
            <a:ext cx="4038601" cy="3130432"/>
          </a:xfrm>
          <a:prstGeom prst="rect">
            <a:avLst/>
          </a:prstGeom>
        </p:spPr>
      </p:pic>
    </p:spTree>
    <p:extLst>
      <p:ext uri="{BB962C8B-B14F-4D97-AF65-F5344CB8AC3E}">
        <p14:creationId xmlns:p14="http://schemas.microsoft.com/office/powerpoint/2010/main" val="235666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#5 – Bend </a:t>
            </a:r>
            <a:r>
              <a:rPr lang="es-ES" sz="2500" noProof="0" dirty="0" err="1"/>
              <a:t>waveguide</a:t>
            </a:r>
            <a:r>
              <a:rPr lang="es-ES" sz="2500" noProof="0" dirty="0"/>
              <a:t> </a:t>
            </a:r>
            <a:r>
              <a:rPr lang="es-ES" sz="2500" noProof="0" dirty="0" err="1"/>
              <a:t>radius</a:t>
            </a:r>
            <a:r>
              <a:rPr lang="es-ES" sz="2500" noProof="0" dirty="0"/>
              <a:t> vs. </a:t>
            </a:r>
            <a:r>
              <a:rPr lang="es-ES" sz="2500" noProof="0" dirty="0" err="1"/>
              <a:t>loss</a:t>
            </a:r>
            <a:r>
              <a:rPr lang="es-ES" sz="2500" noProof="0" dirty="0"/>
              <a:t> – </a:t>
            </a:r>
            <a:r>
              <a:rPr lang="es-ES" sz="2500" noProof="0" dirty="0" err="1"/>
              <a:t>deep</a:t>
            </a:r>
            <a:br>
              <a:rPr lang="es-ES" sz="2500" noProof="0" dirty="0"/>
            </a:br>
            <a:r>
              <a:rPr lang="es-ES" b="0" noProof="0" dirty="0" err="1"/>
              <a:t>Find</a:t>
            </a:r>
            <a:r>
              <a:rPr lang="es-ES" b="0" noProof="0" dirty="0"/>
              <a:t>  neff_TE0 </a:t>
            </a:r>
            <a:r>
              <a:rPr lang="es-ES" b="0" noProof="0" dirty="0" err="1"/>
              <a:t>for</a:t>
            </a:r>
            <a:r>
              <a:rPr lang="es-ES" b="0" noProof="0" dirty="0"/>
              <a:t> </a:t>
            </a:r>
            <a:r>
              <a:rPr lang="es-ES" b="0" noProof="0" dirty="0" err="1"/>
              <a:t>wvl</a:t>
            </a:r>
            <a:r>
              <a:rPr lang="es-ES" b="0" noProof="0" dirty="0"/>
              <a:t> 1.55 µm, </a:t>
            </a:r>
            <a:r>
              <a:rPr lang="es-ES" b="0" noProof="0" dirty="0" err="1"/>
              <a:t>width</a:t>
            </a:r>
            <a:r>
              <a:rPr lang="es-ES" b="0" noProof="0" dirty="0"/>
              <a:t> 1.2 µm </a:t>
            </a:r>
            <a:r>
              <a:rPr lang="es-ES" b="0" noProof="0" dirty="0" err="1"/>
              <a:t>for</a:t>
            </a:r>
            <a:r>
              <a:rPr lang="es-ES" b="0" noProof="0" dirty="0"/>
              <a:t> R=25,50,75,100, 125,150 µm</a:t>
            </a: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13</a:t>
            </a:fld>
            <a:endParaRPr lang="es-ES" noProof="0" dirty="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78712" y="4681041"/>
            <a:ext cx="11164316" cy="1107996"/>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A partir de un radio de unos 30um observamos como las pérdidas totales pasan a estar por debajo de 0.1 dB lo que indica que aproximadamente el radio seguro es a partir de ese valor y de ahí en adelante.</a:t>
            </a:r>
            <a:endParaRPr lang="es-ES" noProof="0" dirty="0"/>
          </a:p>
          <a:p>
            <a:pPr algn="just"/>
            <a:endParaRPr lang="es-ES" noProof="0" dirty="0"/>
          </a:p>
          <a:p>
            <a:pPr algn="just"/>
            <a:r>
              <a:rPr lang="es-ES" sz="1200" noProof="0" dirty="0">
                <a:latin typeface="Arial"/>
                <a:cs typeface="Arial"/>
              </a:rPr>
              <a:t>En el gráfico de la derecha se observa luego como varía el n efectivo con el radio. Cuanto mayor sea el radio menos confinado viaja el modo por lo que el índice efectivo se parece mas al del </a:t>
            </a:r>
            <a:r>
              <a:rPr lang="es-ES" sz="1200" noProof="0" dirty="0" err="1">
                <a:latin typeface="Arial"/>
                <a:cs typeface="Arial"/>
              </a:rPr>
              <a:t>cladding</a:t>
            </a:r>
            <a:r>
              <a:rPr lang="es-ES" sz="1200" noProof="0" dirty="0">
                <a:latin typeface="Arial"/>
                <a:cs typeface="Arial"/>
              </a:rPr>
              <a:t>.</a:t>
            </a:r>
            <a:endParaRPr lang="es-ES" noProof="0" dirty="0"/>
          </a:p>
        </p:txBody>
      </p:sp>
      <p:sp>
        <p:nvSpPr>
          <p:cNvPr id="7" name="Rectángulo 6">
            <a:extLst>
              <a:ext uri="{FF2B5EF4-FFF2-40B4-BE49-F238E27FC236}">
                <a16:creationId xmlns:a16="http://schemas.microsoft.com/office/drawing/2014/main" id="{B5FE8755-B0BF-14B7-64E6-4BBB2560B9A6}"/>
              </a:ext>
            </a:extLst>
          </p:cNvPr>
          <p:cNvSpPr/>
          <p:nvPr/>
        </p:nvSpPr>
        <p:spPr>
          <a:xfrm>
            <a:off x="654265" y="1160638"/>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Imagen 4" descr="Gráfico, Gráfico de dispersión&#10;&#10;El contenido generado por IA puede ser incorrecto.">
            <a:extLst>
              <a:ext uri="{FF2B5EF4-FFF2-40B4-BE49-F238E27FC236}">
                <a16:creationId xmlns:a16="http://schemas.microsoft.com/office/drawing/2014/main" id="{ABFFFE46-206F-D09D-F158-3E7C0A86F48F}"/>
              </a:ext>
            </a:extLst>
          </p:cNvPr>
          <p:cNvPicPr>
            <a:picLocks noChangeAspect="1"/>
          </p:cNvPicPr>
          <p:nvPr/>
        </p:nvPicPr>
        <p:blipFill>
          <a:blip r:embed="rId5"/>
          <a:stretch>
            <a:fillRect/>
          </a:stretch>
        </p:blipFill>
        <p:spPr>
          <a:xfrm>
            <a:off x="743458" y="1286590"/>
            <a:ext cx="3962400" cy="3130020"/>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99C10BAC-C94A-A428-AFA9-88D7F15F113D}"/>
              </a:ext>
            </a:extLst>
          </p:cNvPr>
          <p:cNvPicPr>
            <a:picLocks noChangeAspect="1"/>
          </p:cNvPicPr>
          <p:nvPr/>
        </p:nvPicPr>
        <p:blipFill>
          <a:blip r:embed="rId6"/>
          <a:stretch>
            <a:fillRect/>
          </a:stretch>
        </p:blipFill>
        <p:spPr>
          <a:xfrm>
            <a:off x="5683624" y="1331343"/>
            <a:ext cx="5715000" cy="310885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499C9-4779-FDD9-1D54-84779FFD2E9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8F63BF0-B69E-7283-9858-76633F7E73B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s-ES" sz="2500" noProof="0" dirty="0"/>
              <a:t>EXTRA #1</a:t>
            </a:r>
            <a:br>
              <a:rPr lang="es-ES" sz="2500" noProof="0" dirty="0"/>
            </a:br>
            <a:r>
              <a:rPr lang="es-ES" b="0" noProof="0" dirty="0"/>
              <a:t>1. </a:t>
            </a:r>
            <a:r>
              <a:rPr lang="es-ES" b="0" noProof="0" dirty="0" err="1"/>
              <a:t>Repeat</a:t>
            </a:r>
            <a:r>
              <a:rPr lang="es-ES" b="0" noProof="0" dirty="0"/>
              <a:t> </a:t>
            </a:r>
            <a:r>
              <a:rPr lang="es-ES" b="0" noProof="0" dirty="0" err="1"/>
              <a:t>the</a:t>
            </a:r>
            <a:r>
              <a:rPr lang="es-ES" b="0" noProof="0" dirty="0"/>
              <a:t> LO.2. </a:t>
            </a:r>
            <a:r>
              <a:rPr lang="es-ES" b="0" noProof="0" dirty="0" err="1"/>
              <a:t>wavelength</a:t>
            </a:r>
            <a:r>
              <a:rPr lang="es-ES" b="0" noProof="0" dirty="0"/>
              <a:t> </a:t>
            </a:r>
            <a:r>
              <a:rPr lang="es-ES" b="0" noProof="0" dirty="0" err="1"/>
              <a:t>behavior</a:t>
            </a:r>
            <a:r>
              <a:rPr lang="es-ES" b="0" noProof="0" dirty="0"/>
              <a:t> </a:t>
            </a:r>
            <a:r>
              <a:rPr lang="es-ES" b="0" noProof="0" dirty="0" err="1"/>
              <a:t>simulations</a:t>
            </a:r>
            <a:r>
              <a:rPr lang="es-ES" b="0" noProof="0" dirty="0"/>
              <a:t>, </a:t>
            </a:r>
            <a:r>
              <a:rPr lang="es-ES" b="0" noProof="0" dirty="0" err="1"/>
              <a:t>considering</a:t>
            </a:r>
            <a:r>
              <a:rPr lang="es-ES" b="0" noProof="0" dirty="0"/>
              <a:t> </a:t>
            </a:r>
            <a:r>
              <a:rPr lang="es-ES" b="0" noProof="0" dirty="0" err="1"/>
              <a:t>the</a:t>
            </a:r>
            <a:r>
              <a:rPr lang="es-ES" b="0" noProof="0" dirty="0"/>
              <a:t> </a:t>
            </a:r>
            <a:r>
              <a:rPr lang="es-ES" b="0" noProof="0" dirty="0" err="1"/>
              <a:t>updated</a:t>
            </a:r>
            <a:r>
              <a:rPr lang="es-ES" b="0" noProof="0" dirty="0"/>
              <a:t> </a:t>
            </a:r>
            <a:r>
              <a:rPr lang="es-ES" b="0" noProof="0" dirty="0" err="1"/>
              <a:t>materials</a:t>
            </a:r>
            <a:r>
              <a:rPr lang="es-ES" b="0" noProof="0" dirty="0"/>
              <a:t> and </a:t>
            </a:r>
            <a:r>
              <a:rPr lang="es-ES" b="0" noProof="0" dirty="0" err="1"/>
              <a:t>dimensions</a:t>
            </a:r>
            <a:r>
              <a:rPr lang="es-ES" b="0" noProof="0" dirty="0"/>
              <a:t>. </a:t>
            </a:r>
            <a:br>
              <a:rPr lang="es-ES" b="0" noProof="0" dirty="0"/>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400BC28C-2C7F-67F0-C944-FCFF18505B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8117DA4-1432-53F8-31A6-9069C5945692}"/>
              </a:ext>
            </a:extLst>
          </p:cNvPr>
          <p:cNvSpPr>
            <a:spLocks noGrp="1"/>
          </p:cNvSpPr>
          <p:nvPr>
            <p:ph type="sldNum" sz="quarter" idx="7"/>
          </p:nvPr>
        </p:nvSpPr>
        <p:spPr/>
        <p:txBody>
          <a:bodyPr/>
          <a:lstStyle/>
          <a:p>
            <a:fld id="{B6F15528-21DE-4FAA-801E-634DDDAF4B2B}" type="slidenum">
              <a:rPr lang="es-ES" noProof="0" smtClean="0"/>
              <a:t>14</a:t>
            </a:fld>
            <a:endParaRPr lang="es-ES" noProof="0" dirty="0"/>
          </a:p>
        </p:txBody>
      </p:sp>
      <p:sp>
        <p:nvSpPr>
          <p:cNvPr id="3" name="Marcador de pie de página 2">
            <a:extLst>
              <a:ext uri="{FF2B5EF4-FFF2-40B4-BE49-F238E27FC236}">
                <a16:creationId xmlns:a16="http://schemas.microsoft.com/office/drawing/2014/main" id="{0C25FA27-A0BA-FC92-F205-84030C1BCC15}"/>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01FF8552-63FE-1D03-70B4-D05744AC0DAC}"/>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Igual que cuando teníamos </a:t>
            </a:r>
            <a:r>
              <a:rPr lang="es-ES" sz="1200" noProof="0" dirty="0" err="1">
                <a:latin typeface="Arial"/>
                <a:cs typeface="Arial"/>
              </a:rPr>
              <a:t>SiNX</a:t>
            </a:r>
            <a:r>
              <a:rPr lang="es-ES" sz="1200" noProof="0" dirty="0">
                <a:latin typeface="Arial"/>
                <a:cs typeface="Arial"/>
              </a:rPr>
              <a:t> en el núcleo, la tendencia es la misma, viendo como se reduce el índice efectivo debido a la falta de confinamiento. Sin embargo, para este material si que observamos como el índice efectivo es mucho mayor, lo cual tiene sentido ya que el índice del silicio también es bastante mayor que el del </a:t>
            </a:r>
            <a:r>
              <a:rPr lang="es-ES" sz="1200" noProof="0" dirty="0" err="1">
                <a:latin typeface="Arial"/>
                <a:cs typeface="Arial"/>
              </a:rPr>
              <a:t>SiNx</a:t>
            </a:r>
            <a:r>
              <a:rPr lang="es-ES" sz="1200" noProof="0" dirty="0">
                <a:latin typeface="Arial"/>
                <a:cs typeface="Arial"/>
              </a:rPr>
              <a:t>.</a:t>
            </a:r>
            <a:endParaRPr lang="es-ES" sz="1200" noProof="0" dirty="0">
              <a:latin typeface="Arial" panose="020B0604020202020204" pitchFamily="34" charset="0"/>
              <a:cs typeface="Arial" panose="020B0604020202020204" pitchFamily="34" charset="0"/>
            </a:endParaRPr>
          </a:p>
          <a:p>
            <a:pPr algn="just"/>
            <a:endParaRPr lang="es-ES" sz="1200" u="sng"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DD642AE7-D924-5885-FDB2-03D176194CC0}"/>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6" name="Imagen 5">
            <a:extLst>
              <a:ext uri="{FF2B5EF4-FFF2-40B4-BE49-F238E27FC236}">
                <a16:creationId xmlns:a16="http://schemas.microsoft.com/office/drawing/2014/main" id="{55061A73-D10A-9656-3BE0-24676F7D81DC}"/>
              </a:ext>
            </a:extLst>
          </p:cNvPr>
          <p:cNvPicPr>
            <a:picLocks noChangeAspect="1"/>
          </p:cNvPicPr>
          <p:nvPr/>
        </p:nvPicPr>
        <p:blipFill>
          <a:blip r:embed="rId5"/>
          <a:stretch>
            <a:fillRect/>
          </a:stretch>
        </p:blipFill>
        <p:spPr>
          <a:xfrm>
            <a:off x="880869" y="1501349"/>
            <a:ext cx="5382986" cy="3140075"/>
          </a:xfrm>
          <a:prstGeom prst="rect">
            <a:avLst/>
          </a:prstGeom>
        </p:spPr>
      </p:pic>
      <p:pic>
        <p:nvPicPr>
          <p:cNvPr id="5" name="Imagen 4">
            <a:extLst>
              <a:ext uri="{FF2B5EF4-FFF2-40B4-BE49-F238E27FC236}">
                <a16:creationId xmlns:a16="http://schemas.microsoft.com/office/drawing/2014/main" id="{A5D2B89D-B0C8-293D-9F8A-FCEC533DE6FE}"/>
              </a:ext>
            </a:extLst>
          </p:cNvPr>
          <p:cNvPicPr>
            <a:picLocks noChangeAspect="1"/>
          </p:cNvPicPr>
          <p:nvPr/>
        </p:nvPicPr>
        <p:blipFill>
          <a:blip r:embed="rId6"/>
          <a:stretch>
            <a:fillRect/>
          </a:stretch>
        </p:blipFill>
        <p:spPr>
          <a:xfrm>
            <a:off x="6265819" y="1457525"/>
            <a:ext cx="5458113" cy="3183899"/>
          </a:xfrm>
          <a:prstGeom prst="rect">
            <a:avLst/>
          </a:prstGeom>
        </p:spPr>
      </p:pic>
    </p:spTree>
    <p:extLst>
      <p:ext uri="{BB962C8B-B14F-4D97-AF65-F5344CB8AC3E}">
        <p14:creationId xmlns:p14="http://schemas.microsoft.com/office/powerpoint/2010/main" val="1543528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0B46-E964-D824-09B3-9A0E8CD898E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9D1FBAA-D0A8-A989-A95B-AE8107E25BBD}"/>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s-ES" sz="2500" noProof="0" dirty="0"/>
              <a:t>EXTRA #2</a:t>
            </a:r>
            <a:br>
              <a:rPr lang="es-ES" sz="2500" noProof="0" dirty="0"/>
            </a:br>
            <a:r>
              <a:rPr lang="es-ES" b="0" noProof="0" dirty="0"/>
              <a:t>2. </a:t>
            </a:r>
            <a:r>
              <a:rPr lang="es-ES" b="0" noProof="0" dirty="0" err="1"/>
              <a:t>Repeat</a:t>
            </a:r>
            <a:r>
              <a:rPr lang="es-ES" b="0" noProof="0" dirty="0"/>
              <a:t> </a:t>
            </a:r>
            <a:r>
              <a:rPr lang="es-ES" b="0" noProof="0" dirty="0" err="1"/>
              <a:t>the</a:t>
            </a:r>
            <a:r>
              <a:rPr lang="es-ES" b="0" noProof="0" dirty="0"/>
              <a:t> LO.3. </a:t>
            </a:r>
            <a:r>
              <a:rPr lang="es-ES" b="0" noProof="0" dirty="0" err="1"/>
              <a:t>width</a:t>
            </a:r>
            <a:r>
              <a:rPr lang="es-ES" b="0" noProof="0" dirty="0"/>
              <a:t> </a:t>
            </a:r>
            <a:r>
              <a:rPr lang="es-ES" b="0" noProof="0" dirty="0" err="1"/>
              <a:t>dependence</a:t>
            </a:r>
            <a:r>
              <a:rPr lang="es-ES" b="0" noProof="0" dirty="0"/>
              <a:t> </a:t>
            </a:r>
            <a:r>
              <a:rPr lang="es-ES" b="0" noProof="0" dirty="0" err="1"/>
              <a:t>analysis</a:t>
            </a:r>
            <a:r>
              <a:rPr lang="es-ES" b="0" noProof="0" dirty="0"/>
              <a:t>, </a:t>
            </a:r>
            <a:r>
              <a:rPr lang="es-ES" b="0" noProof="0" dirty="0" err="1"/>
              <a:t>now</a:t>
            </a:r>
            <a:r>
              <a:rPr lang="es-ES" b="0" noProof="0" dirty="0"/>
              <a:t> </a:t>
            </a:r>
            <a:r>
              <a:rPr lang="es-ES" b="0" noProof="0" dirty="0" err="1"/>
              <a:t>sweeping</a:t>
            </a:r>
            <a:r>
              <a:rPr lang="es-ES" b="0" noProof="0" dirty="0"/>
              <a:t> in a 300nm - 1um </a:t>
            </a:r>
            <a:r>
              <a:rPr lang="es-ES" b="0" noProof="0" dirty="0" err="1"/>
              <a:t>range</a:t>
            </a:r>
            <a:r>
              <a:rPr lang="es-ES" b="0" noProof="0" dirty="0"/>
              <a:t>. </a:t>
            </a:r>
            <a:br>
              <a:rPr lang="es-ES" b="0" noProof="0" dirty="0"/>
            </a:br>
            <a:br>
              <a:rPr lang="es-ES" b="0" noProof="0" dirty="0"/>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0323511D-8023-4009-0525-EC80AA4FB6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14D26DF-13F6-77BE-90CF-2F4A3E57A966}"/>
              </a:ext>
            </a:extLst>
          </p:cNvPr>
          <p:cNvSpPr>
            <a:spLocks noGrp="1"/>
          </p:cNvSpPr>
          <p:nvPr>
            <p:ph type="sldNum" sz="quarter" idx="7"/>
          </p:nvPr>
        </p:nvSpPr>
        <p:spPr/>
        <p:txBody>
          <a:bodyPr/>
          <a:lstStyle/>
          <a:p>
            <a:fld id="{B6F15528-21DE-4FAA-801E-634DDDAF4B2B}" type="slidenum">
              <a:rPr lang="es-ES" noProof="0" smtClean="0"/>
              <a:t>15</a:t>
            </a:fld>
            <a:endParaRPr lang="es-ES" noProof="0" dirty="0"/>
          </a:p>
        </p:txBody>
      </p:sp>
      <p:sp>
        <p:nvSpPr>
          <p:cNvPr id="3" name="Marcador de pie de página 2">
            <a:extLst>
              <a:ext uri="{FF2B5EF4-FFF2-40B4-BE49-F238E27FC236}">
                <a16:creationId xmlns:a16="http://schemas.microsoft.com/office/drawing/2014/main" id="{D8CEBA83-BEDA-0578-A581-865901084467}"/>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CE585177-30B1-A14D-4488-39C78869979F}"/>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Igual que con el </a:t>
            </a:r>
            <a:r>
              <a:rPr lang="es-ES" sz="1200" noProof="0" dirty="0" err="1">
                <a:latin typeface="Arial"/>
                <a:cs typeface="Arial"/>
              </a:rPr>
              <a:t>SiNx</a:t>
            </a:r>
            <a:r>
              <a:rPr lang="es-ES" sz="1200" noProof="0" dirty="0">
                <a:latin typeface="Arial"/>
                <a:cs typeface="Arial"/>
              </a:rPr>
              <a:t>, se observa como el índice efectivo aumenta con la anchura de la guía. Además, se observa como también se van propagando mas modos, ya que en el grafico se observa como los modos 2 y 3 se empiezan a poder propagar para anchuras mas altas.</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a:cs typeface="Arial"/>
            </a:endParaRPr>
          </a:p>
          <a:p>
            <a:pPr algn="just"/>
            <a:r>
              <a:rPr lang="es-ES" sz="1200" noProof="0" dirty="0">
                <a:latin typeface="Arial"/>
                <a:cs typeface="Arial"/>
              </a:rPr>
              <a:t> Cabe destacar que el </a:t>
            </a:r>
            <a:r>
              <a:rPr lang="es-ES" sz="1200" noProof="0" dirty="0" err="1">
                <a:latin typeface="Arial"/>
                <a:cs typeface="Arial"/>
              </a:rPr>
              <a:t>mode</a:t>
            </a:r>
            <a:r>
              <a:rPr lang="es-ES" sz="1200" noProof="0" dirty="0">
                <a:latin typeface="Arial"/>
                <a:cs typeface="Arial"/>
              </a:rPr>
              <a:t> </a:t>
            </a:r>
            <a:r>
              <a:rPr lang="es-ES" sz="1200" noProof="0" dirty="0" err="1">
                <a:latin typeface="Arial"/>
                <a:cs typeface="Arial"/>
              </a:rPr>
              <a:t>solver</a:t>
            </a:r>
            <a:r>
              <a:rPr lang="es-ES" sz="1200" noProof="0" dirty="0">
                <a:latin typeface="Arial"/>
                <a:cs typeface="Arial"/>
              </a:rPr>
              <a:t> al graficar confunde los puntos de los modos 1 y 2 lo cual hace que se acabe viendo esa forma rara en el centro. Simplemente tener en cuenta que a partir de ese punto los puntos del modo 1 deberían ser los del 2 y viceversa.</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42BF06B-2FD9-8645-3C84-126866A9A37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Imagen 4">
            <a:extLst>
              <a:ext uri="{FF2B5EF4-FFF2-40B4-BE49-F238E27FC236}">
                <a16:creationId xmlns:a16="http://schemas.microsoft.com/office/drawing/2014/main" id="{B864DBB6-0F13-46C7-096F-BD7E21621721}"/>
              </a:ext>
            </a:extLst>
          </p:cNvPr>
          <p:cNvPicPr>
            <a:picLocks noChangeAspect="1"/>
          </p:cNvPicPr>
          <p:nvPr/>
        </p:nvPicPr>
        <p:blipFill>
          <a:blip r:embed="rId5"/>
          <a:stretch>
            <a:fillRect/>
          </a:stretch>
        </p:blipFill>
        <p:spPr>
          <a:xfrm>
            <a:off x="3352800" y="1527709"/>
            <a:ext cx="5410200" cy="3149510"/>
          </a:xfrm>
          <a:prstGeom prst="rect">
            <a:avLst/>
          </a:prstGeom>
        </p:spPr>
      </p:pic>
    </p:spTree>
    <p:extLst>
      <p:ext uri="{BB962C8B-B14F-4D97-AF65-F5344CB8AC3E}">
        <p14:creationId xmlns:p14="http://schemas.microsoft.com/office/powerpoint/2010/main" val="4293919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1E47-B97B-F8B9-DBDC-71D1039A6CE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25FD039-ADE4-012F-B895-B7638D9ACBC1}"/>
              </a:ext>
            </a:extLst>
          </p:cNvPr>
          <p:cNvSpPr txBox="1">
            <a:spLocks noGrp="1"/>
          </p:cNvSpPr>
          <p:nvPr>
            <p:ph type="title"/>
          </p:nvPr>
        </p:nvSpPr>
        <p:spPr>
          <a:xfrm>
            <a:off x="685800" y="408883"/>
            <a:ext cx="10994410" cy="2090316"/>
          </a:xfrm>
          <a:prstGeom prst="rect">
            <a:avLst/>
          </a:prstGeom>
        </p:spPr>
        <p:txBody>
          <a:bodyPr vert="horz" wrap="square" lIns="0" tIns="12700" rIns="0" bIns="0" rtlCol="0">
            <a:spAutoFit/>
          </a:bodyPr>
          <a:lstStyle/>
          <a:p>
            <a:pPr marL="12700">
              <a:spcBef>
                <a:spcPts val="100"/>
              </a:spcBef>
            </a:pPr>
            <a:r>
              <a:rPr lang="es-ES" sz="2500" noProof="0" dirty="0"/>
              <a:t>EXTRA #3</a:t>
            </a:r>
            <a:br>
              <a:rPr lang="es-ES" sz="2500" noProof="0" dirty="0"/>
            </a:br>
            <a:r>
              <a:rPr lang="es-ES" b="0" noProof="0" dirty="0"/>
              <a:t>3. </a:t>
            </a:r>
            <a:r>
              <a:rPr lang="es-ES" b="0" noProof="0" dirty="0" err="1"/>
              <a:t>Find</a:t>
            </a:r>
            <a:r>
              <a:rPr lang="es-ES" b="0" noProof="0" dirty="0"/>
              <a:t> </a:t>
            </a:r>
            <a:r>
              <a:rPr lang="es-ES" b="0" noProof="0" dirty="0" err="1"/>
              <a:t>the</a:t>
            </a:r>
            <a:r>
              <a:rPr lang="es-ES" b="0" noProof="0" dirty="0"/>
              <a:t> </a:t>
            </a:r>
            <a:r>
              <a:rPr lang="es-ES" b="0" noProof="0" dirty="0" err="1"/>
              <a:t>safe</a:t>
            </a:r>
            <a:r>
              <a:rPr lang="es-ES" b="0" noProof="0" dirty="0"/>
              <a:t> </a:t>
            </a:r>
            <a:r>
              <a:rPr lang="es-ES" b="0" noProof="0" dirty="0" err="1"/>
              <a:t>radius</a:t>
            </a:r>
            <a:r>
              <a:rPr lang="es-ES" b="0" noProof="0" dirty="0"/>
              <a:t> </a:t>
            </a:r>
            <a:r>
              <a:rPr lang="es-ES" b="0" noProof="0" dirty="0" err="1"/>
              <a:t>for</a:t>
            </a:r>
            <a:r>
              <a:rPr lang="es-ES" b="0" noProof="0" dirty="0"/>
              <a:t> </a:t>
            </a:r>
            <a:r>
              <a:rPr lang="es-ES" b="0" noProof="0" dirty="0" err="1"/>
              <a:t>this</a:t>
            </a:r>
            <a:r>
              <a:rPr lang="es-ES" b="0" noProof="0" dirty="0"/>
              <a:t> </a:t>
            </a:r>
            <a:r>
              <a:rPr lang="es-ES" b="0" noProof="0" dirty="0" err="1"/>
              <a:t>technology</a:t>
            </a:r>
            <a:r>
              <a:rPr lang="es-ES" b="0" noProof="0" dirty="0"/>
              <a:t>. </a:t>
            </a:r>
            <a:r>
              <a:rPr lang="es-ES" b="0" noProof="0" dirty="0" err="1"/>
              <a:t>Consider</a:t>
            </a:r>
            <a:r>
              <a:rPr lang="es-ES" b="0" noProof="0" dirty="0"/>
              <a:t> </a:t>
            </a:r>
            <a:r>
              <a:rPr lang="es-ES" b="0" noProof="0" dirty="0" err="1"/>
              <a:t>sweeping</a:t>
            </a:r>
            <a:r>
              <a:rPr lang="es-ES" b="0" noProof="0" dirty="0"/>
              <a:t> </a:t>
            </a:r>
            <a:r>
              <a:rPr lang="es-ES" b="0" noProof="0" dirty="0" err="1"/>
              <a:t>the</a:t>
            </a:r>
            <a:r>
              <a:rPr lang="es-ES" b="0" noProof="0" dirty="0"/>
              <a:t> </a:t>
            </a:r>
            <a:r>
              <a:rPr lang="es-ES" b="0" noProof="0" dirty="0" err="1"/>
              <a:t>radius</a:t>
            </a:r>
            <a:r>
              <a:rPr lang="es-ES" b="0" noProof="0" dirty="0"/>
              <a:t> in a 5um </a:t>
            </a:r>
            <a:r>
              <a:rPr lang="es-ES" b="0" noProof="0" dirty="0" err="1"/>
              <a:t>to</a:t>
            </a:r>
            <a:r>
              <a:rPr lang="es-ES" b="0" noProof="0" dirty="0"/>
              <a:t> 30um </a:t>
            </a:r>
            <a:r>
              <a:rPr lang="es-ES" b="0" noProof="0" dirty="0" err="1"/>
              <a:t>range</a:t>
            </a:r>
            <a:r>
              <a:rPr lang="es-ES" b="0" noProof="0" dirty="0"/>
              <a:t>. </a:t>
            </a:r>
            <a:br>
              <a:rPr lang="es-ES" b="0" noProof="0" dirty="0"/>
            </a:br>
            <a:br>
              <a:rPr lang="es-ES" b="0" noProof="0" dirty="0"/>
            </a:br>
            <a:br>
              <a:rPr lang="es-ES" b="0" noProof="0" dirty="0"/>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313C9C8F-2085-B3C1-29F0-604A1EC0E6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722A0F8-2F75-35AA-D6A2-F597414EFC5F}"/>
              </a:ext>
            </a:extLst>
          </p:cNvPr>
          <p:cNvSpPr>
            <a:spLocks noGrp="1"/>
          </p:cNvSpPr>
          <p:nvPr>
            <p:ph type="sldNum" sz="quarter" idx="7"/>
          </p:nvPr>
        </p:nvSpPr>
        <p:spPr/>
        <p:txBody>
          <a:bodyPr/>
          <a:lstStyle/>
          <a:p>
            <a:fld id="{B6F15528-21DE-4FAA-801E-634DDDAF4B2B}" type="slidenum">
              <a:rPr lang="es-ES" noProof="0" smtClean="0"/>
              <a:t>16</a:t>
            </a:fld>
            <a:endParaRPr lang="es-ES" noProof="0" dirty="0"/>
          </a:p>
        </p:txBody>
      </p:sp>
      <p:sp>
        <p:nvSpPr>
          <p:cNvPr id="3" name="Marcador de pie de página 2">
            <a:extLst>
              <a:ext uri="{FF2B5EF4-FFF2-40B4-BE49-F238E27FC236}">
                <a16:creationId xmlns:a16="http://schemas.microsoft.com/office/drawing/2014/main" id="{AF6EBA7D-DC42-3D6E-D148-E9E46CB8179C}"/>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7AAA80F0-150D-3DD4-0785-D4349323CADE}"/>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Igual que con el </a:t>
            </a:r>
            <a:r>
              <a:rPr lang="es-ES" sz="1200" noProof="0" dirty="0" err="1">
                <a:latin typeface="Arial"/>
                <a:cs typeface="Arial"/>
              </a:rPr>
              <a:t>SiNx</a:t>
            </a:r>
            <a:r>
              <a:rPr lang="es-ES" sz="1200" noProof="0" dirty="0">
                <a:latin typeface="Arial"/>
                <a:cs typeface="Arial"/>
              </a:rPr>
              <a:t> se observa como al aumentar el radio las perdidas se reducen ya que se consigue una mejor adaptación. Sin embargo, si que se aprecia como en este caso ahora las pérdidas son menores para cualquier radio ya que el campo presenta una mayor adaptación a usar este material en el núcleo.</a:t>
            </a:r>
            <a:endParaRPr lang="es-ES" noProof="0" dirty="0">
              <a:latin typeface="Arial"/>
              <a:cs typeface="Arial"/>
            </a:endParaRPr>
          </a:p>
          <a:p>
            <a:pPr algn="just"/>
            <a:endParaRPr lang="es-ES" sz="1200" u="sng"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EF40750C-E6C4-46F4-D310-2530374E1A94}"/>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9" name="Imagen 8">
            <a:extLst>
              <a:ext uri="{FF2B5EF4-FFF2-40B4-BE49-F238E27FC236}">
                <a16:creationId xmlns:a16="http://schemas.microsoft.com/office/drawing/2014/main" id="{A8C7A16A-5FD2-DBC1-FAC0-E501C506EBE9}"/>
              </a:ext>
            </a:extLst>
          </p:cNvPr>
          <p:cNvPicPr>
            <a:picLocks noChangeAspect="1"/>
          </p:cNvPicPr>
          <p:nvPr/>
        </p:nvPicPr>
        <p:blipFill>
          <a:blip r:embed="rId5"/>
          <a:stretch>
            <a:fillRect/>
          </a:stretch>
        </p:blipFill>
        <p:spPr>
          <a:xfrm>
            <a:off x="965488" y="1451079"/>
            <a:ext cx="4774623" cy="3148014"/>
          </a:xfrm>
          <a:prstGeom prst="rect">
            <a:avLst/>
          </a:prstGeom>
        </p:spPr>
      </p:pic>
      <p:pic>
        <p:nvPicPr>
          <p:cNvPr id="11" name="Imagen 10">
            <a:extLst>
              <a:ext uri="{FF2B5EF4-FFF2-40B4-BE49-F238E27FC236}">
                <a16:creationId xmlns:a16="http://schemas.microsoft.com/office/drawing/2014/main" id="{BAF1182F-66B1-E3FA-A756-BD58BF879512}"/>
              </a:ext>
            </a:extLst>
          </p:cNvPr>
          <p:cNvPicPr>
            <a:picLocks noChangeAspect="1"/>
          </p:cNvPicPr>
          <p:nvPr/>
        </p:nvPicPr>
        <p:blipFill>
          <a:blip r:embed="rId6"/>
          <a:stretch>
            <a:fillRect/>
          </a:stretch>
        </p:blipFill>
        <p:spPr>
          <a:xfrm>
            <a:off x="7010400" y="1467413"/>
            <a:ext cx="4221192" cy="3222555"/>
          </a:xfrm>
          <a:prstGeom prst="rect">
            <a:avLst/>
          </a:prstGeom>
        </p:spPr>
      </p:pic>
    </p:spTree>
    <p:extLst>
      <p:ext uri="{BB962C8B-B14F-4D97-AF65-F5344CB8AC3E}">
        <p14:creationId xmlns:p14="http://schemas.microsoft.com/office/powerpoint/2010/main" val="205901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BFD3-0712-962A-C4B9-AB418C6FCE3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B92ADC3-9984-B66C-B2A6-CCCFDC5A316B}"/>
              </a:ext>
            </a:extLst>
          </p:cNvPr>
          <p:cNvSpPr txBox="1">
            <a:spLocks noGrp="1"/>
          </p:cNvSpPr>
          <p:nvPr>
            <p:ph type="title"/>
          </p:nvPr>
        </p:nvSpPr>
        <p:spPr>
          <a:xfrm>
            <a:off x="685800" y="408883"/>
            <a:ext cx="10994410" cy="2090316"/>
          </a:xfrm>
          <a:prstGeom prst="rect">
            <a:avLst/>
          </a:prstGeom>
        </p:spPr>
        <p:txBody>
          <a:bodyPr vert="horz" wrap="square" lIns="0" tIns="12700" rIns="0" bIns="0" rtlCol="0">
            <a:spAutoFit/>
          </a:bodyPr>
          <a:lstStyle/>
          <a:p>
            <a:pPr marL="12700">
              <a:spcBef>
                <a:spcPts val="100"/>
              </a:spcBef>
            </a:pPr>
            <a:r>
              <a:rPr lang="es-ES" sz="2500" noProof="0" dirty="0"/>
              <a:t>EXTRA #3</a:t>
            </a:r>
            <a:br>
              <a:rPr lang="es-ES" sz="2500" noProof="0" dirty="0"/>
            </a:br>
            <a:r>
              <a:rPr lang="es-ES" b="0" noProof="0" dirty="0"/>
              <a:t>3. </a:t>
            </a:r>
            <a:r>
              <a:rPr lang="es-ES" b="0" noProof="0" dirty="0" err="1"/>
              <a:t>Find</a:t>
            </a:r>
            <a:r>
              <a:rPr lang="es-ES" b="0" noProof="0" dirty="0"/>
              <a:t> </a:t>
            </a:r>
            <a:r>
              <a:rPr lang="es-ES" b="0" noProof="0" dirty="0" err="1"/>
              <a:t>the</a:t>
            </a:r>
            <a:r>
              <a:rPr lang="es-ES" b="0" noProof="0" dirty="0"/>
              <a:t> </a:t>
            </a:r>
            <a:r>
              <a:rPr lang="es-ES" b="0" noProof="0" dirty="0" err="1"/>
              <a:t>safe</a:t>
            </a:r>
            <a:r>
              <a:rPr lang="es-ES" b="0" noProof="0" dirty="0"/>
              <a:t> </a:t>
            </a:r>
            <a:r>
              <a:rPr lang="es-ES" b="0" noProof="0" dirty="0" err="1"/>
              <a:t>radius</a:t>
            </a:r>
            <a:r>
              <a:rPr lang="es-ES" b="0" noProof="0" dirty="0"/>
              <a:t> </a:t>
            </a:r>
            <a:r>
              <a:rPr lang="es-ES" b="0" noProof="0" dirty="0" err="1"/>
              <a:t>for</a:t>
            </a:r>
            <a:r>
              <a:rPr lang="es-ES" b="0" noProof="0" dirty="0"/>
              <a:t> </a:t>
            </a:r>
            <a:r>
              <a:rPr lang="es-ES" b="0" noProof="0" dirty="0" err="1"/>
              <a:t>this</a:t>
            </a:r>
            <a:r>
              <a:rPr lang="es-ES" b="0" noProof="0" dirty="0"/>
              <a:t> </a:t>
            </a:r>
            <a:r>
              <a:rPr lang="es-ES" b="0" noProof="0" dirty="0" err="1"/>
              <a:t>technology</a:t>
            </a:r>
            <a:r>
              <a:rPr lang="es-ES" b="0" noProof="0" dirty="0"/>
              <a:t>. </a:t>
            </a:r>
            <a:r>
              <a:rPr lang="es-ES" b="0" noProof="0" dirty="0" err="1"/>
              <a:t>Consider</a:t>
            </a:r>
            <a:r>
              <a:rPr lang="es-ES" b="0" noProof="0" dirty="0"/>
              <a:t> </a:t>
            </a:r>
            <a:r>
              <a:rPr lang="es-ES" b="0" noProof="0" dirty="0" err="1"/>
              <a:t>sweeping</a:t>
            </a:r>
            <a:r>
              <a:rPr lang="es-ES" b="0" noProof="0" dirty="0"/>
              <a:t> </a:t>
            </a:r>
            <a:r>
              <a:rPr lang="es-ES" b="0" noProof="0" dirty="0" err="1"/>
              <a:t>the</a:t>
            </a:r>
            <a:r>
              <a:rPr lang="es-ES" b="0" noProof="0" dirty="0"/>
              <a:t> </a:t>
            </a:r>
            <a:r>
              <a:rPr lang="es-ES" b="0" noProof="0" dirty="0" err="1"/>
              <a:t>radius</a:t>
            </a:r>
            <a:r>
              <a:rPr lang="es-ES" b="0" noProof="0" dirty="0"/>
              <a:t> in a 5um </a:t>
            </a:r>
            <a:r>
              <a:rPr lang="es-ES" b="0" noProof="0" dirty="0" err="1"/>
              <a:t>to</a:t>
            </a:r>
            <a:r>
              <a:rPr lang="es-ES" b="0" noProof="0" dirty="0"/>
              <a:t> 30um </a:t>
            </a:r>
            <a:r>
              <a:rPr lang="es-ES" b="0" noProof="0" dirty="0" err="1"/>
              <a:t>range</a:t>
            </a:r>
            <a:r>
              <a:rPr lang="es-ES" b="0" noProof="0" dirty="0"/>
              <a:t>. </a:t>
            </a:r>
            <a:br>
              <a:rPr lang="es-ES" b="0" noProof="0" dirty="0"/>
            </a:br>
            <a:br>
              <a:rPr lang="es-ES" b="0" noProof="0" dirty="0"/>
            </a:br>
            <a:br>
              <a:rPr lang="es-ES" b="0" noProof="0" dirty="0"/>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9E262A39-2B46-AB96-5DEA-7EB581E98C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D8F5ED5-7EDF-E80A-950F-A93EFE566972}"/>
              </a:ext>
            </a:extLst>
          </p:cNvPr>
          <p:cNvSpPr>
            <a:spLocks noGrp="1"/>
          </p:cNvSpPr>
          <p:nvPr>
            <p:ph type="sldNum" sz="quarter" idx="7"/>
          </p:nvPr>
        </p:nvSpPr>
        <p:spPr/>
        <p:txBody>
          <a:bodyPr/>
          <a:lstStyle/>
          <a:p>
            <a:fld id="{B6F15528-21DE-4FAA-801E-634DDDAF4B2B}" type="slidenum">
              <a:rPr lang="es-ES" noProof="0" smtClean="0"/>
              <a:t>17</a:t>
            </a:fld>
            <a:endParaRPr lang="es-ES" noProof="0" dirty="0"/>
          </a:p>
        </p:txBody>
      </p:sp>
      <p:sp>
        <p:nvSpPr>
          <p:cNvPr id="3" name="Marcador de pie de página 2">
            <a:extLst>
              <a:ext uri="{FF2B5EF4-FFF2-40B4-BE49-F238E27FC236}">
                <a16:creationId xmlns:a16="http://schemas.microsoft.com/office/drawing/2014/main" id="{E1726B57-EE75-774F-E840-5E334B4EE4DA}"/>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7BB2FBAB-E094-5557-D4ED-F3FFFD103C95}"/>
              </a:ext>
            </a:extLst>
          </p:cNvPr>
          <p:cNvSpPr txBox="1"/>
          <p:nvPr/>
        </p:nvSpPr>
        <p:spPr>
          <a:xfrm>
            <a:off x="586350" y="4860334"/>
            <a:ext cx="11199971" cy="1292662"/>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Se observa como las pérdidas totales son muy bajas comparadas con el material del inicio de la práctica (</a:t>
            </a:r>
            <a:r>
              <a:rPr lang="es-ES" sz="1200" noProof="0" dirty="0" err="1">
                <a:latin typeface="Arial"/>
                <a:cs typeface="Arial"/>
              </a:rPr>
              <a:t>SiNx</a:t>
            </a:r>
            <a:r>
              <a:rPr lang="es-ES" sz="1200" noProof="0" dirty="0">
                <a:latin typeface="Arial"/>
                <a:cs typeface="Arial"/>
              </a:rPr>
              <a:t>). Por ello, todos los radios se consideran radios seguros.</a:t>
            </a:r>
          </a:p>
          <a:p>
            <a:pPr algn="just"/>
            <a:endParaRPr lang="es-ES" noProof="0" dirty="0">
              <a:latin typeface="Calibri"/>
              <a:ea typeface="Calibri"/>
              <a:cs typeface="Calibri"/>
            </a:endParaRPr>
          </a:p>
          <a:p>
            <a:pPr algn="just"/>
            <a:r>
              <a:rPr lang="es-ES" sz="1200" noProof="0" dirty="0">
                <a:latin typeface="Arial"/>
                <a:cs typeface="Arial"/>
              </a:rPr>
              <a:t>En el gráfico de la derecha se observa luego como varía el n efectivo con el radio. Cuanto mayor sea el radio menos confinado viaja el modo por lo que el índice efectivo se parece mas al del </a:t>
            </a:r>
            <a:r>
              <a:rPr lang="es-ES" sz="1200" noProof="0" dirty="0" err="1">
                <a:latin typeface="Arial"/>
                <a:cs typeface="Arial"/>
              </a:rPr>
              <a:t>cladding</a:t>
            </a:r>
            <a:r>
              <a:rPr lang="es-ES" sz="1200" noProof="0" dirty="0">
                <a:latin typeface="Arial"/>
                <a:cs typeface="Arial"/>
              </a:rPr>
              <a:t>.</a:t>
            </a:r>
            <a:endParaRPr lang="es-ES" noProof="0" dirty="0">
              <a:latin typeface="Arial"/>
              <a:cs typeface="Arial"/>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E3534E76-FA8E-49ED-FCC8-AB6B35027A93}"/>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Imagen 4">
            <a:extLst>
              <a:ext uri="{FF2B5EF4-FFF2-40B4-BE49-F238E27FC236}">
                <a16:creationId xmlns:a16="http://schemas.microsoft.com/office/drawing/2014/main" id="{1CC73EAC-951C-C5DA-AE92-F8C6E531C862}"/>
              </a:ext>
            </a:extLst>
          </p:cNvPr>
          <p:cNvPicPr>
            <a:picLocks noChangeAspect="1"/>
          </p:cNvPicPr>
          <p:nvPr/>
        </p:nvPicPr>
        <p:blipFill>
          <a:blip r:embed="rId5"/>
          <a:stretch>
            <a:fillRect/>
          </a:stretch>
        </p:blipFill>
        <p:spPr>
          <a:xfrm>
            <a:off x="838200" y="1491598"/>
            <a:ext cx="4079240" cy="3178175"/>
          </a:xfrm>
          <a:prstGeom prst="rect">
            <a:avLst/>
          </a:prstGeom>
        </p:spPr>
      </p:pic>
      <p:pic>
        <p:nvPicPr>
          <p:cNvPr id="8" name="Imagen 7">
            <a:extLst>
              <a:ext uri="{FF2B5EF4-FFF2-40B4-BE49-F238E27FC236}">
                <a16:creationId xmlns:a16="http://schemas.microsoft.com/office/drawing/2014/main" id="{C3D98798-84C5-6478-E7CD-A50F2C8AC6B8}"/>
              </a:ext>
            </a:extLst>
          </p:cNvPr>
          <p:cNvPicPr>
            <a:picLocks noChangeAspect="1"/>
          </p:cNvPicPr>
          <p:nvPr/>
        </p:nvPicPr>
        <p:blipFill>
          <a:blip r:embed="rId6"/>
          <a:stretch>
            <a:fillRect/>
          </a:stretch>
        </p:blipFill>
        <p:spPr>
          <a:xfrm>
            <a:off x="5700252" y="1492162"/>
            <a:ext cx="5780548" cy="3177611"/>
          </a:xfrm>
          <a:prstGeom prst="rect">
            <a:avLst/>
          </a:prstGeom>
        </p:spPr>
      </p:pic>
    </p:spTree>
    <p:extLst>
      <p:ext uri="{BB962C8B-B14F-4D97-AF65-F5344CB8AC3E}">
        <p14:creationId xmlns:p14="http://schemas.microsoft.com/office/powerpoint/2010/main" val="962345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87B3B-1403-69EA-4475-94FBD639DE4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539B79-86EF-7F1F-E539-41F55BFA34E2}"/>
              </a:ext>
            </a:extLst>
          </p:cNvPr>
          <p:cNvSpPr txBox="1">
            <a:spLocks noGrp="1"/>
          </p:cNvSpPr>
          <p:nvPr>
            <p:ph type="title"/>
          </p:nvPr>
        </p:nvSpPr>
        <p:spPr>
          <a:xfrm>
            <a:off x="628073" y="408883"/>
            <a:ext cx="11052137" cy="705321"/>
          </a:xfrm>
          <a:prstGeom prst="rect">
            <a:avLst/>
          </a:prstGeom>
        </p:spPr>
        <p:txBody>
          <a:bodyPr vert="horz" wrap="square" lIns="0" tIns="12700" rIns="0" bIns="0" rtlCol="0" anchor="t">
            <a:spAutoFit/>
          </a:bodyPr>
          <a:lstStyle/>
          <a:p>
            <a:pPr marL="12700">
              <a:spcBef>
                <a:spcPts val="100"/>
              </a:spcBef>
            </a:pPr>
            <a:r>
              <a:rPr lang="es-ES" sz="2500" noProof="0" dirty="0"/>
              <a:t>EXTRA #4</a:t>
            </a:r>
            <a:br>
              <a:rPr lang="es-ES" sz="2500" noProof="0" dirty="0"/>
            </a:br>
            <a:r>
              <a:rPr lang="es-ES" b="0" noProof="0" dirty="0"/>
              <a:t>4. Compare </a:t>
            </a:r>
            <a:r>
              <a:rPr lang="es-ES" b="0" noProof="0" dirty="0" err="1"/>
              <a:t>the</a:t>
            </a:r>
            <a:r>
              <a:rPr lang="es-ES" b="0" noProof="0" dirty="0"/>
              <a:t> </a:t>
            </a:r>
            <a:r>
              <a:rPr lang="es-ES" b="0" noProof="0" dirty="0" err="1"/>
              <a:t>SiNx</a:t>
            </a:r>
            <a:r>
              <a:rPr lang="es-ES" b="0" noProof="0" dirty="0"/>
              <a:t> and SOI </a:t>
            </a:r>
            <a:r>
              <a:rPr lang="es-ES" b="0" noProof="0" dirty="0" err="1"/>
              <a:t>technologies</a:t>
            </a:r>
            <a:endParaRPr lang="es-ES" sz="2500" noProof="0" dirty="0">
              <a:latin typeface="+mj-lt"/>
            </a:endParaRPr>
          </a:p>
        </p:txBody>
      </p:sp>
      <p:pic>
        <p:nvPicPr>
          <p:cNvPr id="83" name="Gráfico 82">
            <a:extLst>
              <a:ext uri="{FF2B5EF4-FFF2-40B4-BE49-F238E27FC236}">
                <a16:creationId xmlns:a16="http://schemas.microsoft.com/office/drawing/2014/main" id="{BD6D12A3-E462-C23F-7E53-FF996A3A9B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C461298-6FF7-6C1D-7B55-3051903D7CDC}"/>
              </a:ext>
            </a:extLst>
          </p:cNvPr>
          <p:cNvSpPr>
            <a:spLocks noGrp="1"/>
          </p:cNvSpPr>
          <p:nvPr>
            <p:ph type="sldNum" sz="quarter" idx="7"/>
          </p:nvPr>
        </p:nvSpPr>
        <p:spPr/>
        <p:txBody>
          <a:bodyPr/>
          <a:lstStyle/>
          <a:p>
            <a:fld id="{B6F15528-21DE-4FAA-801E-634DDDAF4B2B}" type="slidenum">
              <a:rPr lang="es-ES" noProof="0" smtClean="0"/>
              <a:t>18</a:t>
            </a:fld>
            <a:endParaRPr lang="es-ES" noProof="0" dirty="0"/>
          </a:p>
        </p:txBody>
      </p:sp>
      <p:sp>
        <p:nvSpPr>
          <p:cNvPr id="3" name="Marcador de pie de página 2">
            <a:extLst>
              <a:ext uri="{FF2B5EF4-FFF2-40B4-BE49-F238E27FC236}">
                <a16:creationId xmlns:a16="http://schemas.microsoft.com/office/drawing/2014/main" id="{985226C0-74EE-8763-D67A-4AA679C1A094}"/>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D032DD9F-36D0-9A8B-7942-5CF04136A335}"/>
              </a:ext>
            </a:extLst>
          </p:cNvPr>
          <p:cNvSpPr txBox="1"/>
          <p:nvPr/>
        </p:nvSpPr>
        <p:spPr>
          <a:xfrm>
            <a:off x="609600" y="4290320"/>
            <a:ext cx="11188426" cy="1938992"/>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noProof="0" dirty="0">
                <a:latin typeface="Arial"/>
                <a:cs typeface="Arial"/>
              </a:rPr>
              <a:t>Ambas tecnologías han resultado ser adecuadas para nuestros objetivos. La principal diferencia entre ambas tecnologías es que el silicio tiene un índice de refracción mucho mayor que el del </a:t>
            </a:r>
            <a:r>
              <a:rPr lang="es-ES" sz="1200" noProof="0" dirty="0" err="1">
                <a:latin typeface="Arial"/>
                <a:cs typeface="Arial"/>
              </a:rPr>
              <a:t>SiNx</a:t>
            </a:r>
            <a:r>
              <a:rPr lang="es-ES" sz="1200" noProof="0" dirty="0">
                <a:latin typeface="Arial"/>
                <a:cs typeface="Arial"/>
              </a:rPr>
              <a:t>. </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a:cs typeface="Arial"/>
            </a:endParaRPr>
          </a:p>
          <a:p>
            <a:pPr algn="just"/>
            <a:r>
              <a:rPr lang="es-ES" sz="1200" noProof="0" dirty="0">
                <a:latin typeface="Arial"/>
                <a:cs typeface="Arial"/>
              </a:rPr>
              <a:t>El comportamiento con ambos materiales ha sido parecido, sin embargo, la principal diferencia es que usando el silicio como material para el núcleo se obtienen unas pérdidas totales mucho menores. Esto incluye pérdidas por desadaptación y pérdidas por propagación.</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a:cs typeface="Arial"/>
              </a:rPr>
              <a:t>Otra sutil diferencia es que para el caso del Si se propaga de inicio (tomando como inicio el punto donde hacemos el barrido en nuestros análisis) algún modo mas, o simplemente ocurre que algunos modos están mas cerca de empezar a propagarse que en el caso del </a:t>
            </a:r>
            <a:r>
              <a:rPr lang="es-ES" sz="1200" noProof="0" dirty="0" err="1">
                <a:latin typeface="Arial"/>
                <a:cs typeface="Arial"/>
              </a:rPr>
              <a:t>SiNx</a:t>
            </a:r>
            <a:r>
              <a:rPr lang="es-ES" sz="1200" noProof="0" dirty="0">
                <a:latin typeface="Arial"/>
                <a:cs typeface="Arial"/>
              </a:rPr>
              <a:t>.</a:t>
            </a:r>
            <a:endParaRPr lang="es-ES" sz="1200" noProof="0" dirty="0">
              <a:latin typeface="Arial" panose="020B0604020202020204" pitchFamily="34" charset="0"/>
              <a:cs typeface="Arial" panose="020B0604020202020204" pitchFamily="34" charset="0"/>
            </a:endParaRPr>
          </a:p>
          <a:p>
            <a:pPr algn="just"/>
            <a:endParaRPr lang="es-ES" sz="1200" u="sng"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0DD2E9F1-4FD9-0EE4-EA12-2144A4C5FDA7}"/>
              </a:ext>
            </a:extLst>
          </p:cNvPr>
          <p:cNvSpPr/>
          <p:nvPr/>
        </p:nvSpPr>
        <p:spPr>
          <a:xfrm>
            <a:off x="598055" y="1231743"/>
            <a:ext cx="11199971" cy="283083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6" name="Imagen 5">
            <a:extLst>
              <a:ext uri="{FF2B5EF4-FFF2-40B4-BE49-F238E27FC236}">
                <a16:creationId xmlns:a16="http://schemas.microsoft.com/office/drawing/2014/main" id="{0436AAF8-1D6F-7D81-FDF0-ACD608845400}"/>
              </a:ext>
            </a:extLst>
          </p:cNvPr>
          <p:cNvPicPr>
            <a:picLocks noChangeAspect="1"/>
          </p:cNvPicPr>
          <p:nvPr/>
        </p:nvPicPr>
        <p:blipFill>
          <a:blip r:embed="rId5"/>
          <a:stretch>
            <a:fillRect/>
          </a:stretch>
        </p:blipFill>
        <p:spPr>
          <a:xfrm>
            <a:off x="2630298" y="1351419"/>
            <a:ext cx="3280643" cy="2591480"/>
          </a:xfrm>
          <a:prstGeom prst="rect">
            <a:avLst/>
          </a:prstGeom>
        </p:spPr>
      </p:pic>
      <p:sp>
        <p:nvSpPr>
          <p:cNvPr id="7" name="CuadroTexto 6">
            <a:extLst>
              <a:ext uri="{FF2B5EF4-FFF2-40B4-BE49-F238E27FC236}">
                <a16:creationId xmlns:a16="http://schemas.microsoft.com/office/drawing/2014/main" id="{2AD0594D-9D5E-9231-74A8-452899AC9F9C}"/>
              </a:ext>
            </a:extLst>
          </p:cNvPr>
          <p:cNvSpPr txBox="1"/>
          <p:nvPr/>
        </p:nvSpPr>
        <p:spPr>
          <a:xfrm>
            <a:off x="793920" y="1351419"/>
            <a:ext cx="1640514" cy="369332"/>
          </a:xfrm>
          <a:prstGeom prst="rect">
            <a:avLst/>
          </a:prstGeom>
          <a:noFill/>
        </p:spPr>
        <p:txBody>
          <a:bodyPr wrap="none" rtlCol="0">
            <a:spAutoFit/>
          </a:bodyPr>
          <a:lstStyle/>
          <a:p>
            <a:r>
              <a:rPr lang="es-ES" noProof="0" dirty="0"/>
              <a:t>Tecnología </a:t>
            </a:r>
            <a:r>
              <a:rPr lang="es-ES" noProof="0" dirty="0" err="1"/>
              <a:t>SiNx</a:t>
            </a:r>
            <a:endParaRPr lang="es-ES" noProof="0" dirty="0"/>
          </a:p>
        </p:txBody>
      </p:sp>
      <p:sp>
        <p:nvSpPr>
          <p:cNvPr id="8" name="CuadroTexto 7">
            <a:extLst>
              <a:ext uri="{FF2B5EF4-FFF2-40B4-BE49-F238E27FC236}">
                <a16:creationId xmlns:a16="http://schemas.microsoft.com/office/drawing/2014/main" id="{AC8C10CC-5288-0A98-77F3-149A577E63F9}"/>
              </a:ext>
            </a:extLst>
          </p:cNvPr>
          <p:cNvSpPr txBox="1"/>
          <p:nvPr/>
        </p:nvSpPr>
        <p:spPr>
          <a:xfrm>
            <a:off x="6393712" y="1341949"/>
            <a:ext cx="1549142" cy="369332"/>
          </a:xfrm>
          <a:prstGeom prst="rect">
            <a:avLst/>
          </a:prstGeom>
          <a:noFill/>
        </p:spPr>
        <p:txBody>
          <a:bodyPr wrap="none" rtlCol="0">
            <a:spAutoFit/>
          </a:bodyPr>
          <a:lstStyle/>
          <a:p>
            <a:r>
              <a:rPr lang="es-ES" noProof="0" dirty="0"/>
              <a:t>Tecnología SOI</a:t>
            </a:r>
          </a:p>
        </p:txBody>
      </p:sp>
      <p:pic>
        <p:nvPicPr>
          <p:cNvPr id="10" name="Imagen 9">
            <a:extLst>
              <a:ext uri="{FF2B5EF4-FFF2-40B4-BE49-F238E27FC236}">
                <a16:creationId xmlns:a16="http://schemas.microsoft.com/office/drawing/2014/main" id="{37BA7676-4159-13FF-91BB-D1B9315DC78C}"/>
              </a:ext>
            </a:extLst>
          </p:cNvPr>
          <p:cNvPicPr>
            <a:picLocks noChangeAspect="1"/>
          </p:cNvPicPr>
          <p:nvPr/>
        </p:nvPicPr>
        <p:blipFill>
          <a:blip r:embed="rId6"/>
          <a:stretch>
            <a:fillRect/>
          </a:stretch>
        </p:blipFill>
        <p:spPr>
          <a:xfrm>
            <a:off x="8207115" y="1333036"/>
            <a:ext cx="3326208" cy="2591481"/>
          </a:xfrm>
          <a:prstGeom prst="rect">
            <a:avLst/>
          </a:prstGeom>
        </p:spPr>
      </p:pic>
    </p:spTree>
    <p:extLst>
      <p:ext uri="{BB962C8B-B14F-4D97-AF65-F5344CB8AC3E}">
        <p14:creationId xmlns:p14="http://schemas.microsoft.com/office/powerpoint/2010/main" val="1576365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lang="es-ES" noProof="0" dirty="0"/>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s-ES" sz="3200" b="1" spc="-5" noProof="0" dirty="0" err="1">
                <a:solidFill>
                  <a:srgbClr val="FFFFFF"/>
                </a:solidFill>
                <a:latin typeface="Lucida Sans"/>
                <a:cs typeface="Lucida Sans"/>
              </a:rPr>
              <a:t>Thank</a:t>
            </a:r>
            <a:r>
              <a:rPr lang="es-ES" sz="3200" b="1" spc="-55" noProof="0" dirty="0">
                <a:solidFill>
                  <a:srgbClr val="FFFFFF"/>
                </a:solidFill>
                <a:latin typeface="Lucida Sans"/>
                <a:cs typeface="Lucida Sans"/>
              </a:rPr>
              <a:t> </a:t>
            </a:r>
            <a:r>
              <a:rPr lang="es-ES" sz="3200" b="1" noProof="0" dirty="0" err="1">
                <a:solidFill>
                  <a:srgbClr val="FFFFFF"/>
                </a:solidFill>
                <a:latin typeface="Lucida Sans"/>
                <a:cs typeface="Lucida Sans"/>
              </a:rPr>
              <a:t>you</a:t>
            </a:r>
            <a:endParaRPr lang="es-ES" sz="3200" noProof="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noProof="0" smtClean="0"/>
              <a:t>19</a:t>
            </a:fld>
            <a:endParaRPr lang="es-ES"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TotalTime>
  <Words>1712</Words>
  <Application>Microsoft Office PowerPoint</Application>
  <PresentationFormat>Panorámica</PresentationFormat>
  <Paragraphs>160</Paragraphs>
  <Slides>19</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Effective index of a waveguide</vt:lpstr>
      <vt:lpstr>Cross – Section Definition</vt:lpstr>
      <vt:lpstr>Simulations</vt:lpstr>
      <vt:lpstr>Simulations</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Polynomial coefficients and dispersion parameters</vt:lpstr>
      <vt:lpstr>Learning outcome #5 – Bend waveguide radius vs. loss – deep Find  neff_TE0 for wvl 1.55 µm, width 1.2 µm for R=25,50,75,100, 125,150 µm </vt:lpstr>
      <vt:lpstr>Learning outcome #5 – Bend waveguide radius vs. loss – deep Find  neff_TE0 for wvl 1.55 µm, width 1.2 µm for R=25,50,75,100, 125,150 µm </vt:lpstr>
      <vt:lpstr>EXTRA #1 1. Repeat the LO.2. wavelength behavior simulations, considering the updated materials and dimensions.   </vt:lpstr>
      <vt:lpstr>EXTRA #2 2. Repeat the LO.3. width dependence analysis, now sweeping in a 300nm - 1um range.    </vt:lpstr>
      <vt:lpstr>EXTRA #3 3. Find the safe radius for this technology. Consider sweeping the radius in a 5um to 30um range.     </vt:lpstr>
      <vt:lpstr>EXTRA #3 3. Find the safe radius for this technology. Consider sweeping the radius in a 5um to 30um range.     </vt:lpstr>
      <vt:lpstr>EXTRA #4 4. Compare the SiNx and SOI technologies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Aina Perello Rosello</cp:lastModifiedBy>
  <cp:revision>1</cp:revision>
  <dcterms:created xsi:type="dcterms:W3CDTF">2025-01-27T02:46:57Z</dcterms:created>
  <dcterms:modified xsi:type="dcterms:W3CDTF">2026-03-15T21:39:59Z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